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Lst>
  <p:sldSz cy="5143500" cx="9144000"/>
  <p:notesSz cx="6858000" cy="9144000"/>
  <p:embeddedFontLst>
    <p:embeddedFont>
      <p:font typeface="Proxima Nova"/>
      <p:regular r:id="rId69"/>
      <p:bold r:id="rId70"/>
      <p:italic r:id="rId71"/>
      <p:boldItalic r:id="rId72"/>
    </p:embeddedFont>
    <p:embeddedFont>
      <p:font typeface="Source Code Pro"/>
      <p:regular r:id="rId73"/>
      <p:bold r:id="rId74"/>
      <p:italic r:id="rId75"/>
      <p:boldItalic r:id="rId7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77" roundtripDataSignature="AMtx7mhldvoqPReK8vmBEz0iVdzxomf7b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808CA22-74E7-4C48-A5C3-A892B13D5083}">
  <a:tblStyle styleId="{3808CA22-74E7-4C48-A5C3-A892B13D5083}"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SourceCodePro-regular.fntdata"/><Relationship Id="rId72" Type="http://schemas.openxmlformats.org/officeDocument/2006/relationships/font" Target="fonts/ProximaNova-boldItalic.fntdata"/><Relationship Id="rId31" Type="http://schemas.openxmlformats.org/officeDocument/2006/relationships/slide" Target="slides/slide25.xml"/><Relationship Id="rId75" Type="http://schemas.openxmlformats.org/officeDocument/2006/relationships/font" Target="fonts/SourceCodePro-italic.fntdata"/><Relationship Id="rId30" Type="http://schemas.openxmlformats.org/officeDocument/2006/relationships/slide" Target="slides/slide24.xml"/><Relationship Id="rId74" Type="http://schemas.openxmlformats.org/officeDocument/2006/relationships/font" Target="fonts/SourceCodePro-bold.fntdata"/><Relationship Id="rId33" Type="http://schemas.openxmlformats.org/officeDocument/2006/relationships/slide" Target="slides/slide27.xml"/><Relationship Id="rId77" Type="http://customschemas.google.com/relationships/presentationmetadata" Target="metadata"/><Relationship Id="rId32" Type="http://schemas.openxmlformats.org/officeDocument/2006/relationships/slide" Target="slides/slide26.xml"/><Relationship Id="rId76" Type="http://schemas.openxmlformats.org/officeDocument/2006/relationships/font" Target="fonts/SourceCodePro-boldItalic.fntdata"/><Relationship Id="rId35" Type="http://schemas.openxmlformats.org/officeDocument/2006/relationships/slide" Target="slides/slide29.xml"/><Relationship Id="rId34" Type="http://schemas.openxmlformats.org/officeDocument/2006/relationships/slide" Target="slides/slide28.xml"/><Relationship Id="rId71" Type="http://schemas.openxmlformats.org/officeDocument/2006/relationships/font" Target="fonts/ProximaNova-italic.fntdata"/><Relationship Id="rId70" Type="http://schemas.openxmlformats.org/officeDocument/2006/relationships/font" Target="fonts/ProximaNova-bold.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ProximaNova-regular.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 name="Google Shape;57;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 name="Google Shape;63;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9" name="Google Shape;69;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 name="Google Shape;75;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 name="Google Shape;82;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 name="Google Shape;88;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 name="Google Shape;97;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 name="Google Shape;103;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9" name="Google Shape;109;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1" name="Google Shape;121;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9" name="Google Shape;129;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9" name="Google Shape;139;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5" name="Google Shape;145;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1" name="Google Shape;151;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7" name="Google Shape;157;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3" name="Google Shape;163;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9" name="Google Shape;169;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5" name="Google Shape;175;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1" name="Google Shape;181;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7" name="Google Shape;187;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3" name="Google Shape;193;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9" name="Google Shape;199;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5" name="Google Shape;205;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1" name="Google Shape;211;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8" name="Google Shape;218;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6" name="Google Shape;226;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3" name="Google Shape;233;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1" name="Google Shape;241;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1" name="Google Shape;251;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7" name="Google Shape;257;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3" name="Google Shape;263;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9" name="Google Shape;269;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5" name="Google Shape;275;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1" name="Google Shape;281;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7" name="Google Shape;287;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2" name="Google Shape;292;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8" name="Google Shape;298;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4" name="Google Shape;304;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1" name="Google Shape;311;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8" name="Google Shape;318;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4" name="Google Shape;324;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0" name="Google Shape;330;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7" name="Google Shape;337;p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3" name="Google Shape;343;p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8" name="Google Shape;348;p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4" name="Google Shape;354;p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0" name="Google Shape;360;p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7" name="Google Shape;367;p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3" name="Google Shape;373;p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1" name="Google Shape;381;p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8" name="Google Shape;388;p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5" name="Google Shape;395;p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2" name="Google Shape;402;p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9" name="Google Shape;409;p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6" name="Google Shape;416;p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3" name="Google Shape;423;p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0" name="Google Shape;430;p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7" name="Google Shape;437;p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4" name="Google Shape;444;p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1" name="Google Shape;451;p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8" name="Google Shape;458;p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6" name="Google Shape;466;p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65"/>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1" name="Google Shape;11;p65"/>
          <p:cNvSpPr txBox="1"/>
          <p:nvPr>
            <p:ph type="ctrTitle"/>
          </p:nvPr>
        </p:nvSpPr>
        <p:spPr>
          <a:xfrm>
            <a:off x="510450" y="1257300"/>
            <a:ext cx="8123100" cy="15885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l">
              <a:lnSpc>
                <a:spcPct val="100000"/>
              </a:lnSpc>
              <a:spcBef>
                <a:spcPts val="0"/>
              </a:spcBef>
              <a:spcAft>
                <a:spcPts val="0"/>
              </a:spcAft>
              <a:buClr>
                <a:schemeClr val="lt1"/>
              </a:buClr>
              <a:buSzPts val="4800"/>
              <a:buNone/>
              <a:defRPr sz="4800">
                <a:solidFill>
                  <a:schemeClr val="lt1"/>
                </a:solidFill>
              </a:defRPr>
            </a:lvl2pPr>
            <a:lvl3pPr lvl="2" algn="l">
              <a:lnSpc>
                <a:spcPct val="100000"/>
              </a:lnSpc>
              <a:spcBef>
                <a:spcPts val="0"/>
              </a:spcBef>
              <a:spcAft>
                <a:spcPts val="0"/>
              </a:spcAft>
              <a:buClr>
                <a:schemeClr val="lt1"/>
              </a:buClr>
              <a:buSzPts val="4800"/>
              <a:buNone/>
              <a:defRPr sz="4800">
                <a:solidFill>
                  <a:schemeClr val="lt1"/>
                </a:solidFill>
              </a:defRPr>
            </a:lvl3pPr>
            <a:lvl4pPr lvl="3" algn="l">
              <a:lnSpc>
                <a:spcPct val="100000"/>
              </a:lnSpc>
              <a:spcBef>
                <a:spcPts val="0"/>
              </a:spcBef>
              <a:spcAft>
                <a:spcPts val="0"/>
              </a:spcAft>
              <a:buClr>
                <a:schemeClr val="lt1"/>
              </a:buClr>
              <a:buSzPts val="4800"/>
              <a:buNone/>
              <a:defRPr sz="4800">
                <a:solidFill>
                  <a:schemeClr val="lt1"/>
                </a:solidFill>
              </a:defRPr>
            </a:lvl4pPr>
            <a:lvl5pPr lvl="4" algn="l">
              <a:lnSpc>
                <a:spcPct val="100000"/>
              </a:lnSpc>
              <a:spcBef>
                <a:spcPts val="0"/>
              </a:spcBef>
              <a:spcAft>
                <a:spcPts val="0"/>
              </a:spcAft>
              <a:buClr>
                <a:schemeClr val="lt1"/>
              </a:buClr>
              <a:buSzPts val="4800"/>
              <a:buNone/>
              <a:defRPr sz="4800">
                <a:solidFill>
                  <a:schemeClr val="lt1"/>
                </a:solidFill>
              </a:defRPr>
            </a:lvl5pPr>
            <a:lvl6pPr lvl="5" algn="l">
              <a:lnSpc>
                <a:spcPct val="100000"/>
              </a:lnSpc>
              <a:spcBef>
                <a:spcPts val="0"/>
              </a:spcBef>
              <a:spcAft>
                <a:spcPts val="0"/>
              </a:spcAft>
              <a:buClr>
                <a:schemeClr val="lt1"/>
              </a:buClr>
              <a:buSzPts val="4800"/>
              <a:buNone/>
              <a:defRPr sz="4800">
                <a:solidFill>
                  <a:schemeClr val="lt1"/>
                </a:solidFill>
              </a:defRPr>
            </a:lvl6pPr>
            <a:lvl7pPr lvl="6" algn="l">
              <a:lnSpc>
                <a:spcPct val="100000"/>
              </a:lnSpc>
              <a:spcBef>
                <a:spcPts val="0"/>
              </a:spcBef>
              <a:spcAft>
                <a:spcPts val="0"/>
              </a:spcAft>
              <a:buClr>
                <a:schemeClr val="lt1"/>
              </a:buClr>
              <a:buSzPts val="4800"/>
              <a:buNone/>
              <a:defRPr sz="4800">
                <a:solidFill>
                  <a:schemeClr val="lt1"/>
                </a:solidFill>
              </a:defRPr>
            </a:lvl7pPr>
            <a:lvl8pPr lvl="7" algn="l">
              <a:lnSpc>
                <a:spcPct val="100000"/>
              </a:lnSpc>
              <a:spcBef>
                <a:spcPts val="0"/>
              </a:spcBef>
              <a:spcAft>
                <a:spcPts val="0"/>
              </a:spcAft>
              <a:buClr>
                <a:schemeClr val="lt1"/>
              </a:buClr>
              <a:buSzPts val="4800"/>
              <a:buNone/>
              <a:defRPr sz="4800">
                <a:solidFill>
                  <a:schemeClr val="lt1"/>
                </a:solidFill>
              </a:defRPr>
            </a:lvl8pPr>
            <a:lvl9pPr lvl="8" algn="l">
              <a:lnSpc>
                <a:spcPct val="100000"/>
              </a:lnSpc>
              <a:spcBef>
                <a:spcPts val="0"/>
              </a:spcBef>
              <a:spcAft>
                <a:spcPts val="0"/>
              </a:spcAft>
              <a:buClr>
                <a:schemeClr val="lt1"/>
              </a:buClr>
              <a:buSzPts val="4800"/>
              <a:buNone/>
              <a:defRPr sz="4800">
                <a:solidFill>
                  <a:schemeClr val="lt1"/>
                </a:solidFill>
              </a:defRPr>
            </a:lvl9pPr>
          </a:lstStyle>
          <a:p/>
        </p:txBody>
      </p:sp>
      <p:sp>
        <p:nvSpPr>
          <p:cNvPr id="12" name="Google Shape;12;p65"/>
          <p:cNvSpPr txBox="1"/>
          <p:nvPr>
            <p:ph idx="1" type="subTitle"/>
          </p:nvPr>
        </p:nvSpPr>
        <p:spPr>
          <a:xfrm>
            <a:off x="510450" y="3182313"/>
            <a:ext cx="8123100" cy="630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2400"/>
              <a:buNone/>
              <a:defRPr sz="2400">
                <a:solidFill>
                  <a:schemeClr val="lt1"/>
                </a:solidFill>
              </a:defRPr>
            </a:lvl1pPr>
            <a:lvl2pPr lvl="1" algn="l">
              <a:lnSpc>
                <a:spcPct val="100000"/>
              </a:lnSpc>
              <a:spcBef>
                <a:spcPts val="0"/>
              </a:spcBef>
              <a:spcAft>
                <a:spcPts val="0"/>
              </a:spcAft>
              <a:buClr>
                <a:schemeClr val="lt1"/>
              </a:buClr>
              <a:buSzPts val="2400"/>
              <a:buNone/>
              <a:defRPr sz="2400">
                <a:solidFill>
                  <a:schemeClr val="lt1"/>
                </a:solidFill>
              </a:defRPr>
            </a:lvl2pPr>
            <a:lvl3pPr lvl="2" algn="l">
              <a:lnSpc>
                <a:spcPct val="100000"/>
              </a:lnSpc>
              <a:spcBef>
                <a:spcPts val="0"/>
              </a:spcBef>
              <a:spcAft>
                <a:spcPts val="0"/>
              </a:spcAft>
              <a:buClr>
                <a:schemeClr val="lt1"/>
              </a:buClr>
              <a:buSzPts val="2400"/>
              <a:buNone/>
              <a:defRPr sz="2400">
                <a:solidFill>
                  <a:schemeClr val="lt1"/>
                </a:solidFill>
              </a:defRPr>
            </a:lvl3pPr>
            <a:lvl4pPr lvl="3" algn="l">
              <a:lnSpc>
                <a:spcPct val="100000"/>
              </a:lnSpc>
              <a:spcBef>
                <a:spcPts val="0"/>
              </a:spcBef>
              <a:spcAft>
                <a:spcPts val="0"/>
              </a:spcAft>
              <a:buClr>
                <a:schemeClr val="lt1"/>
              </a:buClr>
              <a:buSzPts val="2400"/>
              <a:buNone/>
              <a:defRPr sz="2400">
                <a:solidFill>
                  <a:schemeClr val="lt1"/>
                </a:solidFill>
              </a:defRPr>
            </a:lvl4pPr>
            <a:lvl5pPr lvl="4" algn="l">
              <a:lnSpc>
                <a:spcPct val="100000"/>
              </a:lnSpc>
              <a:spcBef>
                <a:spcPts val="0"/>
              </a:spcBef>
              <a:spcAft>
                <a:spcPts val="0"/>
              </a:spcAft>
              <a:buClr>
                <a:schemeClr val="lt1"/>
              </a:buClr>
              <a:buSzPts val="2400"/>
              <a:buNone/>
              <a:defRPr sz="2400">
                <a:solidFill>
                  <a:schemeClr val="lt1"/>
                </a:solidFill>
              </a:defRPr>
            </a:lvl5pPr>
            <a:lvl6pPr lvl="5" algn="l">
              <a:lnSpc>
                <a:spcPct val="100000"/>
              </a:lnSpc>
              <a:spcBef>
                <a:spcPts val="0"/>
              </a:spcBef>
              <a:spcAft>
                <a:spcPts val="0"/>
              </a:spcAft>
              <a:buClr>
                <a:schemeClr val="lt1"/>
              </a:buClr>
              <a:buSzPts val="2400"/>
              <a:buNone/>
              <a:defRPr sz="2400">
                <a:solidFill>
                  <a:schemeClr val="lt1"/>
                </a:solidFill>
              </a:defRPr>
            </a:lvl6pPr>
            <a:lvl7pPr lvl="6" algn="l">
              <a:lnSpc>
                <a:spcPct val="100000"/>
              </a:lnSpc>
              <a:spcBef>
                <a:spcPts val="0"/>
              </a:spcBef>
              <a:spcAft>
                <a:spcPts val="0"/>
              </a:spcAft>
              <a:buClr>
                <a:schemeClr val="lt1"/>
              </a:buClr>
              <a:buSzPts val="2400"/>
              <a:buNone/>
              <a:defRPr sz="2400">
                <a:solidFill>
                  <a:schemeClr val="lt1"/>
                </a:solidFill>
              </a:defRPr>
            </a:lvl7pPr>
            <a:lvl8pPr lvl="7" algn="l">
              <a:lnSpc>
                <a:spcPct val="100000"/>
              </a:lnSpc>
              <a:spcBef>
                <a:spcPts val="0"/>
              </a:spcBef>
              <a:spcAft>
                <a:spcPts val="0"/>
              </a:spcAft>
              <a:buClr>
                <a:schemeClr val="lt1"/>
              </a:buClr>
              <a:buSzPts val="2400"/>
              <a:buNone/>
              <a:defRPr sz="2400">
                <a:solidFill>
                  <a:schemeClr val="lt1"/>
                </a:solidFill>
              </a:defRPr>
            </a:lvl8pPr>
            <a:lvl9pPr lvl="8" algn="l">
              <a:lnSpc>
                <a:spcPct val="100000"/>
              </a:lnSpc>
              <a:spcBef>
                <a:spcPts val="0"/>
              </a:spcBef>
              <a:spcAft>
                <a:spcPts val="0"/>
              </a:spcAft>
              <a:buClr>
                <a:schemeClr val="lt1"/>
              </a:buClr>
              <a:buSzPts val="2400"/>
              <a:buNone/>
              <a:defRPr sz="2400">
                <a:solidFill>
                  <a:schemeClr val="lt1"/>
                </a:solidFill>
              </a:defRPr>
            </a:lvl9pPr>
          </a:lstStyle>
          <a:p/>
        </p:txBody>
      </p:sp>
      <p:sp>
        <p:nvSpPr>
          <p:cNvPr id="13" name="Google Shape;13;p6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 name="Shape 14"/>
        <p:cNvGrpSpPr/>
        <p:nvPr/>
      </p:nvGrpSpPr>
      <p:grpSpPr>
        <a:xfrm>
          <a:off x="0" y="0"/>
          <a:ext cx="0" cy="0"/>
          <a:chOff x="0" y="0"/>
          <a:chExt cx="0" cy="0"/>
        </a:xfrm>
      </p:grpSpPr>
      <p:sp>
        <p:nvSpPr>
          <p:cNvPr id="15" name="Google Shape;15;p66"/>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6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7" name="Google Shape;17;p6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8" name="Google Shape;18;p6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9" name="Shape 19"/>
        <p:cNvGrpSpPr/>
        <p:nvPr/>
      </p:nvGrpSpPr>
      <p:grpSpPr>
        <a:xfrm>
          <a:off x="0" y="0"/>
          <a:ext cx="0" cy="0"/>
          <a:chOff x="0" y="0"/>
          <a:chExt cx="0" cy="0"/>
        </a:xfrm>
      </p:grpSpPr>
      <p:cxnSp>
        <p:nvCxnSpPr>
          <p:cNvPr id="20" name="Google Shape;20;p67"/>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21" name="Google Shape;21;p67"/>
          <p:cNvSpPr txBox="1"/>
          <p:nvPr>
            <p:ph type="title"/>
          </p:nvPr>
        </p:nvSpPr>
        <p:spPr>
          <a:xfrm>
            <a:off x="510450" y="2057400"/>
            <a:ext cx="8123100" cy="7788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22" name="Google Shape;22;p6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6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5" name="Google Shape;25;p68"/>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6" name="Google Shape;26;p68"/>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7" name="Google Shape;27;p6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0" name="Google Shape;30;p6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70"/>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3" name="Google Shape;33;p70"/>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4" name="Google Shape;34;p7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5" name="Shape 35"/>
        <p:cNvGrpSpPr/>
        <p:nvPr/>
      </p:nvGrpSpPr>
      <p:grpSpPr>
        <a:xfrm>
          <a:off x="0" y="0"/>
          <a:ext cx="0" cy="0"/>
          <a:chOff x="0" y="0"/>
          <a:chExt cx="0" cy="0"/>
        </a:xfrm>
      </p:grpSpPr>
      <p:sp>
        <p:nvSpPr>
          <p:cNvPr id="36" name="Google Shape;36;p71"/>
          <p:cNvSpPr txBox="1"/>
          <p:nvPr>
            <p:ph type="title"/>
          </p:nvPr>
        </p:nvSpPr>
        <p:spPr>
          <a:xfrm>
            <a:off x="490250" y="526350"/>
            <a:ext cx="57975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7" name="Google Shape;37;p7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72"/>
          <p:cNvSpPr/>
          <p:nvPr/>
        </p:nvSpPr>
        <p:spPr>
          <a:xfrm>
            <a:off x="4572000" y="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40" name="Google Shape;40;p72"/>
          <p:cNvCxnSpPr/>
          <p:nvPr/>
        </p:nvCxnSpPr>
        <p:spPr>
          <a:xfrm>
            <a:off x="5029675" y="4495500"/>
            <a:ext cx="468300" cy="0"/>
          </a:xfrm>
          <a:prstGeom prst="straightConnector1">
            <a:avLst/>
          </a:prstGeom>
          <a:noFill/>
          <a:ln cap="flat" cmpd="sng" w="19050">
            <a:solidFill>
              <a:schemeClr val="lt2"/>
            </a:solidFill>
            <a:prstDash val="solid"/>
            <a:round/>
            <a:headEnd len="sm" w="sm" type="none"/>
            <a:tailEnd len="sm" w="sm" type="none"/>
          </a:ln>
        </p:spPr>
      </p:cxnSp>
      <p:sp>
        <p:nvSpPr>
          <p:cNvPr id="41" name="Google Shape;41;p72"/>
          <p:cNvSpPr txBox="1"/>
          <p:nvPr>
            <p:ph type="title"/>
          </p:nvPr>
        </p:nvSpPr>
        <p:spPr>
          <a:xfrm>
            <a:off x="265500" y="1205825"/>
            <a:ext cx="4045200" cy="1509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2" name="Google Shape;42;p72"/>
          <p:cNvSpPr txBox="1"/>
          <p:nvPr>
            <p:ph idx="1" type="subTitle"/>
          </p:nvPr>
        </p:nvSpPr>
        <p:spPr>
          <a:xfrm>
            <a:off x="265500" y="2769001"/>
            <a:ext cx="4045200" cy="13455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72"/>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Clr>
                <a:schemeClr val="lt1"/>
              </a:buClr>
              <a:buSzPts val="1800"/>
              <a:buChar char="●"/>
              <a:defRPr>
                <a:solidFill>
                  <a:schemeClr val="lt1"/>
                </a:solidFill>
              </a:defRPr>
            </a:lvl1pPr>
            <a:lvl2pPr indent="-317500" lvl="1" marL="914400" algn="l">
              <a:lnSpc>
                <a:spcPct val="115000"/>
              </a:lnSpc>
              <a:spcBef>
                <a:spcPts val="0"/>
              </a:spcBef>
              <a:spcAft>
                <a:spcPts val="0"/>
              </a:spcAft>
              <a:buClr>
                <a:schemeClr val="lt1"/>
              </a:buClr>
              <a:buSzPts val="1400"/>
              <a:buChar char="○"/>
              <a:defRPr>
                <a:solidFill>
                  <a:schemeClr val="lt1"/>
                </a:solidFill>
              </a:defRPr>
            </a:lvl2pPr>
            <a:lvl3pPr indent="-317500" lvl="2" marL="1371600" algn="l">
              <a:lnSpc>
                <a:spcPct val="115000"/>
              </a:lnSpc>
              <a:spcBef>
                <a:spcPts val="0"/>
              </a:spcBef>
              <a:spcAft>
                <a:spcPts val="0"/>
              </a:spcAft>
              <a:buClr>
                <a:schemeClr val="lt1"/>
              </a:buClr>
              <a:buSzPts val="1400"/>
              <a:buChar char="■"/>
              <a:defRPr>
                <a:solidFill>
                  <a:schemeClr val="lt1"/>
                </a:solidFill>
              </a:defRPr>
            </a:lvl3pPr>
            <a:lvl4pPr indent="-317500" lvl="3" marL="1828800" algn="l">
              <a:lnSpc>
                <a:spcPct val="115000"/>
              </a:lnSpc>
              <a:spcBef>
                <a:spcPts val="0"/>
              </a:spcBef>
              <a:spcAft>
                <a:spcPts val="0"/>
              </a:spcAft>
              <a:buClr>
                <a:schemeClr val="lt1"/>
              </a:buClr>
              <a:buSzPts val="1400"/>
              <a:buChar char="●"/>
              <a:defRPr>
                <a:solidFill>
                  <a:schemeClr val="lt1"/>
                </a:solidFill>
              </a:defRPr>
            </a:lvl4pPr>
            <a:lvl5pPr indent="-317500" lvl="4" marL="2286000" algn="l">
              <a:lnSpc>
                <a:spcPct val="115000"/>
              </a:lnSpc>
              <a:spcBef>
                <a:spcPts val="0"/>
              </a:spcBef>
              <a:spcAft>
                <a:spcPts val="0"/>
              </a:spcAft>
              <a:buClr>
                <a:schemeClr val="lt1"/>
              </a:buClr>
              <a:buSzPts val="1400"/>
              <a:buChar char="○"/>
              <a:defRPr>
                <a:solidFill>
                  <a:schemeClr val="lt1"/>
                </a:solidFill>
              </a:defRPr>
            </a:lvl5pPr>
            <a:lvl6pPr indent="-317500" lvl="5" marL="2743200" algn="l">
              <a:lnSpc>
                <a:spcPct val="115000"/>
              </a:lnSpc>
              <a:spcBef>
                <a:spcPts val="0"/>
              </a:spcBef>
              <a:spcAft>
                <a:spcPts val="0"/>
              </a:spcAft>
              <a:buClr>
                <a:schemeClr val="lt1"/>
              </a:buClr>
              <a:buSzPts val="1400"/>
              <a:buChar char="■"/>
              <a:defRPr>
                <a:solidFill>
                  <a:schemeClr val="lt1"/>
                </a:solidFill>
              </a:defRPr>
            </a:lvl6pPr>
            <a:lvl7pPr indent="-317500" lvl="6" marL="3200400" algn="l">
              <a:lnSpc>
                <a:spcPct val="115000"/>
              </a:lnSpc>
              <a:spcBef>
                <a:spcPts val="0"/>
              </a:spcBef>
              <a:spcAft>
                <a:spcPts val="0"/>
              </a:spcAft>
              <a:buClr>
                <a:schemeClr val="lt1"/>
              </a:buClr>
              <a:buSzPts val="1400"/>
              <a:buChar char="●"/>
              <a:defRPr>
                <a:solidFill>
                  <a:schemeClr val="lt1"/>
                </a:solidFill>
              </a:defRPr>
            </a:lvl7pPr>
            <a:lvl8pPr indent="-317500" lvl="7" marL="3657600" algn="l">
              <a:lnSpc>
                <a:spcPct val="115000"/>
              </a:lnSpc>
              <a:spcBef>
                <a:spcPts val="0"/>
              </a:spcBef>
              <a:spcAft>
                <a:spcPts val="0"/>
              </a:spcAft>
              <a:buClr>
                <a:schemeClr val="lt1"/>
              </a:buClr>
              <a:buSzPts val="1400"/>
              <a:buChar char="○"/>
              <a:defRPr>
                <a:solidFill>
                  <a:schemeClr val="lt1"/>
                </a:solidFill>
              </a:defRPr>
            </a:lvl8pPr>
            <a:lvl9pPr indent="-317500" lvl="8" marL="4114800" algn="l">
              <a:lnSpc>
                <a:spcPct val="115000"/>
              </a:lnSpc>
              <a:spcBef>
                <a:spcPts val="0"/>
              </a:spcBef>
              <a:spcAft>
                <a:spcPts val="0"/>
              </a:spcAft>
              <a:buClr>
                <a:schemeClr val="lt1"/>
              </a:buClr>
              <a:buSzPts val="1400"/>
              <a:buChar char="■"/>
              <a:defRPr>
                <a:solidFill>
                  <a:schemeClr val="lt1"/>
                </a:solidFill>
              </a:defRPr>
            </a:lvl9pPr>
          </a:lstStyle>
          <a:p/>
        </p:txBody>
      </p:sp>
      <p:sp>
        <p:nvSpPr>
          <p:cNvPr id="44" name="Google Shape;44;p7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73"/>
          <p:cNvSpPr txBox="1"/>
          <p:nvPr>
            <p:ph idx="1" type="body"/>
          </p:nvPr>
        </p:nvSpPr>
        <p:spPr>
          <a:xfrm>
            <a:off x="311700" y="4236825"/>
            <a:ext cx="5998800" cy="598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2100"/>
              <a:buNone/>
              <a:defRPr sz="2100"/>
            </a:lvl1pPr>
          </a:lstStyle>
          <a:p/>
        </p:txBody>
      </p:sp>
      <p:sp>
        <p:nvSpPr>
          <p:cNvPr id="47" name="Google Shape;47;p7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7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74"/>
          <p:cNvSpPr txBox="1"/>
          <p:nvPr>
            <p:ph hasCustomPrompt="1" type="title"/>
          </p:nvPr>
        </p:nvSpPr>
        <p:spPr>
          <a:xfrm>
            <a:off x="311700" y="991475"/>
            <a:ext cx="8520600" cy="19179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14000"/>
              <a:buNone/>
              <a:defRPr b="1" sz="14000"/>
            </a:lvl1pPr>
            <a:lvl2pPr lvl="1" algn="ctr">
              <a:lnSpc>
                <a:spcPct val="100000"/>
              </a:lnSpc>
              <a:spcBef>
                <a:spcPts val="0"/>
              </a:spcBef>
              <a:spcAft>
                <a:spcPts val="0"/>
              </a:spcAft>
              <a:buSzPts val="14000"/>
              <a:buNone/>
              <a:defRPr b="1" sz="14000"/>
            </a:lvl2pPr>
            <a:lvl3pPr lvl="2" algn="ctr">
              <a:lnSpc>
                <a:spcPct val="100000"/>
              </a:lnSpc>
              <a:spcBef>
                <a:spcPts val="0"/>
              </a:spcBef>
              <a:spcAft>
                <a:spcPts val="0"/>
              </a:spcAft>
              <a:buSzPts val="14000"/>
              <a:buNone/>
              <a:defRPr b="1" sz="14000"/>
            </a:lvl3pPr>
            <a:lvl4pPr lvl="3" algn="ctr">
              <a:lnSpc>
                <a:spcPct val="100000"/>
              </a:lnSpc>
              <a:spcBef>
                <a:spcPts val="0"/>
              </a:spcBef>
              <a:spcAft>
                <a:spcPts val="0"/>
              </a:spcAft>
              <a:buSzPts val="14000"/>
              <a:buNone/>
              <a:defRPr b="1" sz="14000"/>
            </a:lvl4pPr>
            <a:lvl5pPr lvl="4" algn="ctr">
              <a:lnSpc>
                <a:spcPct val="100000"/>
              </a:lnSpc>
              <a:spcBef>
                <a:spcPts val="0"/>
              </a:spcBef>
              <a:spcAft>
                <a:spcPts val="0"/>
              </a:spcAft>
              <a:buSzPts val="14000"/>
              <a:buNone/>
              <a:defRPr b="1" sz="14000"/>
            </a:lvl5pPr>
            <a:lvl6pPr lvl="5" algn="ctr">
              <a:lnSpc>
                <a:spcPct val="100000"/>
              </a:lnSpc>
              <a:spcBef>
                <a:spcPts val="0"/>
              </a:spcBef>
              <a:spcAft>
                <a:spcPts val="0"/>
              </a:spcAft>
              <a:buSzPts val="14000"/>
              <a:buNone/>
              <a:defRPr b="1" sz="14000"/>
            </a:lvl6pPr>
            <a:lvl7pPr lvl="6" algn="ctr">
              <a:lnSpc>
                <a:spcPct val="100000"/>
              </a:lnSpc>
              <a:spcBef>
                <a:spcPts val="0"/>
              </a:spcBef>
              <a:spcAft>
                <a:spcPts val="0"/>
              </a:spcAft>
              <a:buSzPts val="14000"/>
              <a:buNone/>
              <a:defRPr b="1" sz="14000"/>
            </a:lvl7pPr>
            <a:lvl8pPr lvl="7" algn="ctr">
              <a:lnSpc>
                <a:spcPct val="100000"/>
              </a:lnSpc>
              <a:spcBef>
                <a:spcPts val="0"/>
              </a:spcBef>
              <a:spcAft>
                <a:spcPts val="0"/>
              </a:spcAft>
              <a:buSzPts val="14000"/>
              <a:buNone/>
              <a:defRPr b="1" sz="14000"/>
            </a:lvl8pPr>
            <a:lvl9pPr lvl="8" algn="ctr">
              <a:lnSpc>
                <a:spcPct val="100000"/>
              </a:lnSpc>
              <a:spcBef>
                <a:spcPts val="0"/>
              </a:spcBef>
              <a:spcAft>
                <a:spcPts val="0"/>
              </a:spcAft>
              <a:buSzPts val="14000"/>
              <a:buNone/>
              <a:defRPr b="1" sz="14000"/>
            </a:lvl9pPr>
          </a:lstStyle>
          <a:p>
            <a:r>
              <a:t>xx%</a:t>
            </a:r>
          </a:p>
        </p:txBody>
      </p:sp>
      <p:sp>
        <p:nvSpPr>
          <p:cNvPr id="51" name="Google Shape;51;p74"/>
          <p:cNvSpPr txBox="1"/>
          <p:nvPr>
            <p:ph idx="1" type="body"/>
          </p:nvPr>
        </p:nvSpPr>
        <p:spPr>
          <a:xfrm>
            <a:off x="311700" y="3071300"/>
            <a:ext cx="8520600" cy="901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2" name="Google Shape;52;p7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7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pearmint">
    <p:bg>
      <p:bgPr>
        <a:solidFill>
          <a:schemeClr val="lt1"/>
        </a:solidFill>
      </p:bgPr>
    </p:bg>
    <p:spTree>
      <p:nvGrpSpPr>
        <p:cNvPr id="5" name="Shape 5"/>
        <p:cNvGrpSpPr/>
        <p:nvPr/>
      </p:nvGrpSpPr>
      <p:grpSpPr>
        <a:xfrm>
          <a:off x="0" y="0"/>
          <a:ext cx="0" cy="0"/>
          <a:chOff x="0" y="0"/>
          <a:chExt cx="0" cy="0"/>
        </a:xfrm>
      </p:grpSpPr>
      <p:sp>
        <p:nvSpPr>
          <p:cNvPr id="6" name="Google Shape;6;p6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Proxima Nova"/>
              <a:buNone/>
              <a:defRPr b="0" i="0" sz="2800" u="none" cap="none" strike="noStrike">
                <a:solidFill>
                  <a:schemeClr val="dk1"/>
                </a:solidFill>
                <a:latin typeface="Proxima Nova"/>
                <a:ea typeface="Proxima Nova"/>
                <a:cs typeface="Proxima Nova"/>
                <a:sym typeface="Proxima Nova"/>
              </a:defRPr>
            </a:lvl1pPr>
            <a:lvl2pPr lvl="1" marR="0" rtl="0" algn="l">
              <a:lnSpc>
                <a:spcPct val="100000"/>
              </a:lnSpc>
              <a:spcBef>
                <a:spcPts val="0"/>
              </a:spcBef>
              <a:spcAft>
                <a:spcPts val="0"/>
              </a:spcAft>
              <a:buClr>
                <a:schemeClr val="dk1"/>
              </a:buClr>
              <a:buSzPts val="2800"/>
              <a:buFont typeface="Proxima Nova"/>
              <a:buNone/>
              <a:defRPr b="0" i="0" sz="2800" u="none" cap="none" strike="noStrike">
                <a:solidFill>
                  <a:schemeClr val="dk1"/>
                </a:solidFill>
                <a:latin typeface="Proxima Nova"/>
                <a:ea typeface="Proxima Nova"/>
                <a:cs typeface="Proxima Nova"/>
                <a:sym typeface="Proxima Nova"/>
              </a:defRPr>
            </a:lvl2pPr>
            <a:lvl3pPr lvl="2" marR="0" rtl="0" algn="l">
              <a:lnSpc>
                <a:spcPct val="100000"/>
              </a:lnSpc>
              <a:spcBef>
                <a:spcPts val="0"/>
              </a:spcBef>
              <a:spcAft>
                <a:spcPts val="0"/>
              </a:spcAft>
              <a:buClr>
                <a:schemeClr val="dk1"/>
              </a:buClr>
              <a:buSzPts val="2800"/>
              <a:buFont typeface="Proxima Nova"/>
              <a:buNone/>
              <a:defRPr b="0" i="0" sz="2800" u="none" cap="none" strike="noStrike">
                <a:solidFill>
                  <a:schemeClr val="dk1"/>
                </a:solidFill>
                <a:latin typeface="Proxima Nova"/>
                <a:ea typeface="Proxima Nova"/>
                <a:cs typeface="Proxima Nova"/>
                <a:sym typeface="Proxima Nova"/>
              </a:defRPr>
            </a:lvl3pPr>
            <a:lvl4pPr lvl="3" marR="0" rtl="0" algn="l">
              <a:lnSpc>
                <a:spcPct val="100000"/>
              </a:lnSpc>
              <a:spcBef>
                <a:spcPts val="0"/>
              </a:spcBef>
              <a:spcAft>
                <a:spcPts val="0"/>
              </a:spcAft>
              <a:buClr>
                <a:schemeClr val="dk1"/>
              </a:buClr>
              <a:buSzPts val="2800"/>
              <a:buFont typeface="Proxima Nova"/>
              <a:buNone/>
              <a:defRPr b="0" i="0" sz="2800" u="none" cap="none" strike="noStrike">
                <a:solidFill>
                  <a:schemeClr val="dk1"/>
                </a:solidFill>
                <a:latin typeface="Proxima Nova"/>
                <a:ea typeface="Proxima Nova"/>
                <a:cs typeface="Proxima Nova"/>
                <a:sym typeface="Proxima Nova"/>
              </a:defRPr>
            </a:lvl4pPr>
            <a:lvl5pPr lvl="4" marR="0" rtl="0" algn="l">
              <a:lnSpc>
                <a:spcPct val="100000"/>
              </a:lnSpc>
              <a:spcBef>
                <a:spcPts val="0"/>
              </a:spcBef>
              <a:spcAft>
                <a:spcPts val="0"/>
              </a:spcAft>
              <a:buClr>
                <a:schemeClr val="dk1"/>
              </a:buClr>
              <a:buSzPts val="2800"/>
              <a:buFont typeface="Proxima Nova"/>
              <a:buNone/>
              <a:defRPr b="0" i="0" sz="2800" u="none" cap="none" strike="noStrike">
                <a:solidFill>
                  <a:schemeClr val="dk1"/>
                </a:solidFill>
                <a:latin typeface="Proxima Nova"/>
                <a:ea typeface="Proxima Nova"/>
                <a:cs typeface="Proxima Nova"/>
                <a:sym typeface="Proxima Nova"/>
              </a:defRPr>
            </a:lvl5pPr>
            <a:lvl6pPr lvl="5" marR="0" rtl="0" algn="l">
              <a:lnSpc>
                <a:spcPct val="100000"/>
              </a:lnSpc>
              <a:spcBef>
                <a:spcPts val="0"/>
              </a:spcBef>
              <a:spcAft>
                <a:spcPts val="0"/>
              </a:spcAft>
              <a:buClr>
                <a:schemeClr val="dk1"/>
              </a:buClr>
              <a:buSzPts val="2800"/>
              <a:buFont typeface="Proxima Nova"/>
              <a:buNone/>
              <a:defRPr b="0" i="0" sz="2800" u="none" cap="none" strike="noStrike">
                <a:solidFill>
                  <a:schemeClr val="dk1"/>
                </a:solidFill>
                <a:latin typeface="Proxima Nova"/>
                <a:ea typeface="Proxima Nova"/>
                <a:cs typeface="Proxima Nova"/>
                <a:sym typeface="Proxima Nova"/>
              </a:defRPr>
            </a:lvl6pPr>
            <a:lvl7pPr lvl="6" marR="0" rtl="0" algn="l">
              <a:lnSpc>
                <a:spcPct val="100000"/>
              </a:lnSpc>
              <a:spcBef>
                <a:spcPts val="0"/>
              </a:spcBef>
              <a:spcAft>
                <a:spcPts val="0"/>
              </a:spcAft>
              <a:buClr>
                <a:schemeClr val="dk1"/>
              </a:buClr>
              <a:buSzPts val="2800"/>
              <a:buFont typeface="Proxima Nova"/>
              <a:buNone/>
              <a:defRPr b="0" i="0" sz="2800" u="none" cap="none" strike="noStrike">
                <a:solidFill>
                  <a:schemeClr val="dk1"/>
                </a:solidFill>
                <a:latin typeface="Proxima Nova"/>
                <a:ea typeface="Proxima Nova"/>
                <a:cs typeface="Proxima Nova"/>
                <a:sym typeface="Proxima Nova"/>
              </a:defRPr>
            </a:lvl7pPr>
            <a:lvl8pPr lvl="7" marR="0" rtl="0" algn="l">
              <a:lnSpc>
                <a:spcPct val="100000"/>
              </a:lnSpc>
              <a:spcBef>
                <a:spcPts val="0"/>
              </a:spcBef>
              <a:spcAft>
                <a:spcPts val="0"/>
              </a:spcAft>
              <a:buClr>
                <a:schemeClr val="dk1"/>
              </a:buClr>
              <a:buSzPts val="2800"/>
              <a:buFont typeface="Proxima Nova"/>
              <a:buNone/>
              <a:defRPr b="0" i="0" sz="2800" u="none" cap="none" strike="noStrike">
                <a:solidFill>
                  <a:schemeClr val="dk1"/>
                </a:solidFill>
                <a:latin typeface="Proxima Nova"/>
                <a:ea typeface="Proxima Nova"/>
                <a:cs typeface="Proxima Nova"/>
                <a:sym typeface="Proxima Nova"/>
              </a:defRPr>
            </a:lvl8pPr>
            <a:lvl9pPr lvl="8" marR="0" rtl="0" algn="l">
              <a:lnSpc>
                <a:spcPct val="100000"/>
              </a:lnSpc>
              <a:spcBef>
                <a:spcPts val="0"/>
              </a:spcBef>
              <a:spcAft>
                <a:spcPts val="0"/>
              </a:spcAft>
              <a:buClr>
                <a:schemeClr val="dk1"/>
              </a:buClr>
              <a:buSzPts val="2800"/>
              <a:buFont typeface="Proxima Nova"/>
              <a:buNone/>
              <a:defRPr b="0" i="0" sz="2800" u="none" cap="none" strike="noStrike">
                <a:solidFill>
                  <a:schemeClr val="dk1"/>
                </a:solidFill>
                <a:latin typeface="Proxima Nova"/>
                <a:ea typeface="Proxima Nova"/>
                <a:cs typeface="Proxima Nova"/>
                <a:sym typeface="Proxima Nova"/>
              </a:defRPr>
            </a:lvl9pPr>
          </a:lstStyle>
          <a:p/>
        </p:txBody>
      </p:sp>
      <p:sp>
        <p:nvSpPr>
          <p:cNvPr id="7" name="Google Shape;7;p6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accent3"/>
              </a:buClr>
              <a:buSzPts val="1800"/>
              <a:buFont typeface="Proxima Nova"/>
              <a:buChar char="●"/>
              <a:defRPr b="0" i="0" sz="1800" u="none" cap="none" strike="noStrike">
                <a:solidFill>
                  <a:schemeClr val="accent3"/>
                </a:solidFill>
                <a:latin typeface="Proxima Nova"/>
                <a:ea typeface="Proxima Nova"/>
                <a:cs typeface="Proxima Nova"/>
                <a:sym typeface="Proxima Nova"/>
              </a:defRPr>
            </a:lvl1pPr>
            <a:lvl2pPr indent="-317500" lvl="1" marL="914400" marR="0" rtl="0" algn="l">
              <a:lnSpc>
                <a:spcPct val="115000"/>
              </a:lnSpc>
              <a:spcBef>
                <a:spcPts val="0"/>
              </a:spcBef>
              <a:spcAft>
                <a:spcPts val="0"/>
              </a:spcAft>
              <a:buClr>
                <a:schemeClr val="accent3"/>
              </a:buClr>
              <a:buSzPts val="1400"/>
              <a:buFont typeface="Proxima Nova"/>
              <a:buChar char="○"/>
              <a:defRPr b="0" i="0" sz="1400" u="none" cap="none" strike="noStrike">
                <a:solidFill>
                  <a:schemeClr val="accent3"/>
                </a:solidFill>
                <a:latin typeface="Proxima Nova"/>
                <a:ea typeface="Proxima Nova"/>
                <a:cs typeface="Proxima Nova"/>
                <a:sym typeface="Proxima Nova"/>
              </a:defRPr>
            </a:lvl2pPr>
            <a:lvl3pPr indent="-317500" lvl="2" marL="1371600" marR="0" rtl="0" algn="l">
              <a:lnSpc>
                <a:spcPct val="115000"/>
              </a:lnSpc>
              <a:spcBef>
                <a:spcPts val="0"/>
              </a:spcBef>
              <a:spcAft>
                <a:spcPts val="0"/>
              </a:spcAft>
              <a:buClr>
                <a:schemeClr val="accent3"/>
              </a:buClr>
              <a:buSzPts val="1400"/>
              <a:buFont typeface="Proxima Nova"/>
              <a:buChar char="■"/>
              <a:defRPr b="0" i="0" sz="1400" u="none" cap="none" strike="noStrike">
                <a:solidFill>
                  <a:schemeClr val="accent3"/>
                </a:solidFill>
                <a:latin typeface="Proxima Nova"/>
                <a:ea typeface="Proxima Nova"/>
                <a:cs typeface="Proxima Nova"/>
                <a:sym typeface="Proxima Nova"/>
              </a:defRPr>
            </a:lvl3pPr>
            <a:lvl4pPr indent="-317500" lvl="3" marL="1828800" marR="0" rtl="0" algn="l">
              <a:lnSpc>
                <a:spcPct val="115000"/>
              </a:lnSpc>
              <a:spcBef>
                <a:spcPts val="0"/>
              </a:spcBef>
              <a:spcAft>
                <a:spcPts val="0"/>
              </a:spcAft>
              <a:buClr>
                <a:schemeClr val="accent3"/>
              </a:buClr>
              <a:buSzPts val="1400"/>
              <a:buFont typeface="Proxima Nova"/>
              <a:buChar char="●"/>
              <a:defRPr b="0" i="0" sz="1400" u="none" cap="none" strike="noStrike">
                <a:solidFill>
                  <a:schemeClr val="accent3"/>
                </a:solidFill>
                <a:latin typeface="Proxima Nova"/>
                <a:ea typeface="Proxima Nova"/>
                <a:cs typeface="Proxima Nova"/>
                <a:sym typeface="Proxima Nova"/>
              </a:defRPr>
            </a:lvl4pPr>
            <a:lvl5pPr indent="-317500" lvl="4" marL="2286000" marR="0" rtl="0" algn="l">
              <a:lnSpc>
                <a:spcPct val="115000"/>
              </a:lnSpc>
              <a:spcBef>
                <a:spcPts val="0"/>
              </a:spcBef>
              <a:spcAft>
                <a:spcPts val="0"/>
              </a:spcAft>
              <a:buClr>
                <a:schemeClr val="accent3"/>
              </a:buClr>
              <a:buSzPts val="1400"/>
              <a:buFont typeface="Proxima Nova"/>
              <a:buChar char="○"/>
              <a:defRPr b="0" i="0" sz="1400" u="none" cap="none" strike="noStrike">
                <a:solidFill>
                  <a:schemeClr val="accent3"/>
                </a:solidFill>
                <a:latin typeface="Proxima Nova"/>
                <a:ea typeface="Proxima Nova"/>
                <a:cs typeface="Proxima Nova"/>
                <a:sym typeface="Proxima Nova"/>
              </a:defRPr>
            </a:lvl5pPr>
            <a:lvl6pPr indent="-317500" lvl="5" marL="2743200" marR="0" rtl="0" algn="l">
              <a:lnSpc>
                <a:spcPct val="115000"/>
              </a:lnSpc>
              <a:spcBef>
                <a:spcPts val="0"/>
              </a:spcBef>
              <a:spcAft>
                <a:spcPts val="0"/>
              </a:spcAft>
              <a:buClr>
                <a:schemeClr val="accent3"/>
              </a:buClr>
              <a:buSzPts val="1400"/>
              <a:buFont typeface="Proxima Nova"/>
              <a:buChar char="■"/>
              <a:defRPr b="0" i="0" sz="1400" u="none" cap="none" strike="noStrike">
                <a:solidFill>
                  <a:schemeClr val="accent3"/>
                </a:solidFill>
                <a:latin typeface="Proxima Nova"/>
                <a:ea typeface="Proxima Nova"/>
                <a:cs typeface="Proxima Nova"/>
                <a:sym typeface="Proxima Nova"/>
              </a:defRPr>
            </a:lvl6pPr>
            <a:lvl7pPr indent="-317500" lvl="6" marL="3200400" marR="0" rtl="0" algn="l">
              <a:lnSpc>
                <a:spcPct val="115000"/>
              </a:lnSpc>
              <a:spcBef>
                <a:spcPts val="0"/>
              </a:spcBef>
              <a:spcAft>
                <a:spcPts val="0"/>
              </a:spcAft>
              <a:buClr>
                <a:schemeClr val="accent3"/>
              </a:buClr>
              <a:buSzPts val="1400"/>
              <a:buFont typeface="Proxima Nova"/>
              <a:buChar char="●"/>
              <a:defRPr b="0" i="0" sz="1400" u="none" cap="none" strike="noStrike">
                <a:solidFill>
                  <a:schemeClr val="accent3"/>
                </a:solidFill>
                <a:latin typeface="Proxima Nova"/>
                <a:ea typeface="Proxima Nova"/>
                <a:cs typeface="Proxima Nova"/>
                <a:sym typeface="Proxima Nova"/>
              </a:defRPr>
            </a:lvl7pPr>
            <a:lvl8pPr indent="-317500" lvl="7" marL="3657600" marR="0" rtl="0" algn="l">
              <a:lnSpc>
                <a:spcPct val="115000"/>
              </a:lnSpc>
              <a:spcBef>
                <a:spcPts val="0"/>
              </a:spcBef>
              <a:spcAft>
                <a:spcPts val="0"/>
              </a:spcAft>
              <a:buClr>
                <a:schemeClr val="accent3"/>
              </a:buClr>
              <a:buSzPts val="1400"/>
              <a:buFont typeface="Proxima Nova"/>
              <a:buChar char="○"/>
              <a:defRPr b="0" i="0" sz="1400" u="none" cap="none" strike="noStrike">
                <a:solidFill>
                  <a:schemeClr val="accent3"/>
                </a:solidFill>
                <a:latin typeface="Proxima Nova"/>
                <a:ea typeface="Proxima Nova"/>
                <a:cs typeface="Proxima Nova"/>
                <a:sym typeface="Proxima Nova"/>
              </a:defRPr>
            </a:lvl8pPr>
            <a:lvl9pPr indent="-317500" lvl="8" marL="4114800" marR="0" rtl="0" algn="l">
              <a:lnSpc>
                <a:spcPct val="115000"/>
              </a:lnSpc>
              <a:spcBef>
                <a:spcPts val="0"/>
              </a:spcBef>
              <a:spcAft>
                <a:spcPts val="0"/>
              </a:spcAft>
              <a:buClr>
                <a:schemeClr val="accent3"/>
              </a:buClr>
              <a:buSzPts val="1400"/>
              <a:buFont typeface="Proxima Nova"/>
              <a:buChar char="■"/>
              <a:defRPr b="0" i="0" sz="1400" u="none" cap="none" strike="noStrike">
                <a:solidFill>
                  <a:schemeClr val="accent3"/>
                </a:solidFill>
                <a:latin typeface="Proxima Nova"/>
                <a:ea typeface="Proxima Nova"/>
                <a:cs typeface="Proxima Nova"/>
                <a:sym typeface="Proxima Nova"/>
              </a:defRPr>
            </a:lvl9pPr>
          </a:lstStyle>
          <a:p/>
        </p:txBody>
      </p:sp>
      <p:sp>
        <p:nvSpPr>
          <p:cNvPr id="8" name="Google Shape;8;p6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developer.mozilla.org/en-US/docs/Glossary/World_Wide_Web"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9.png"/><Relationship Id="rId4" Type="http://schemas.openxmlformats.org/officeDocument/2006/relationships/image" Target="../media/image1.png"/><Relationship Id="rId5"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6.png"/><Relationship Id="rId4" Type="http://schemas.openxmlformats.org/officeDocument/2006/relationships/image" Target="../media/image8.png"/><Relationship Id="rId5" Type="http://schemas.openxmlformats.org/officeDocument/2006/relationships/image" Target="../media/image18.png"/><Relationship Id="rId6" Type="http://schemas.openxmlformats.org/officeDocument/2006/relationships/image" Target="../media/image3.png"/><Relationship Id="rId7" Type="http://schemas.openxmlformats.org/officeDocument/2006/relationships/image" Target="../media/image5.png"/><Relationship Id="rId8"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7.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2.png"/><Relationship Id="rId4" Type="http://schemas.openxmlformats.org/officeDocument/2006/relationships/image" Target="../media/image21.png"/><Relationship Id="rId5" Type="http://schemas.openxmlformats.org/officeDocument/2006/relationships/image" Target="../media/image6.png"/><Relationship Id="rId6"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hyperlink" Target="https://code.visualstudio.com/Download" TargetMode="External"/><Relationship Id="rId4" Type="http://schemas.openxmlformats.org/officeDocument/2006/relationships/hyperlink" Target="https://replit.com/"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hyperlink" Target="https://www.geeksforgeeks.org/difference-between-html-and-html5/"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2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1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28.png"/><Relationship Id="rId4" Type="http://schemas.openxmlformats.org/officeDocument/2006/relationships/hyperlink" Target="https://www.w3schools.com/html/html_symbols.asp"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2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2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2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26.png"/><Relationship Id="rId4" Type="http://schemas.openxmlformats.org/officeDocument/2006/relationships/image" Target="../media/image3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30.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3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29.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33.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37.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32.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3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35.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3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3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hyperlink" Target="https://www.w3schools.com/charsets/ref_emoji.asp" TargetMode="External"/><Relationship Id="rId4" Type="http://schemas.openxmlformats.org/officeDocument/2006/relationships/image" Target="../media/image38.png"/><Relationship Id="rId5" Type="http://schemas.openxmlformats.org/officeDocument/2006/relationships/image" Target="../media/image36.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hyperlink" Target="http://www.w3.org" TargetMode="External"/><Relationship Id="rId4" Type="http://schemas.openxmlformats.org/officeDocument/2006/relationships/hyperlink" Target="https://developer.mozilla.org/en-US/docs/Learn/Getting_started_with_the_web/How_the_Web_works" TargetMode="External"/><Relationship Id="rId5" Type="http://schemas.openxmlformats.org/officeDocument/2006/relationships/hyperlink" Target="https://www.techtarget.com/whatis/definition/HTTP-Hypertext-Transfer-Protocol" TargetMode="External"/><Relationship Id="rId6" Type="http://schemas.openxmlformats.org/officeDocument/2006/relationships/hyperlink" Target="https://developer.mozilla.org/en-US/docs/Web/HTTP/Overview" TargetMode="External"/><Relationship Id="rId7" Type="http://schemas.openxmlformats.org/officeDocument/2006/relationships/hyperlink" Target="https://code.visualstudio.com/Download"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
          <p:cNvSpPr txBox="1"/>
          <p:nvPr>
            <p:ph type="ctrTitle"/>
          </p:nvPr>
        </p:nvSpPr>
        <p:spPr>
          <a:xfrm>
            <a:off x="510450" y="1257300"/>
            <a:ext cx="8123100" cy="15885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800"/>
              <a:buNone/>
            </a:pPr>
            <a:r>
              <a:rPr lang="en"/>
              <a:t>Web Programming</a:t>
            </a:r>
            <a:endParaRPr/>
          </a:p>
        </p:txBody>
      </p:sp>
      <p:sp>
        <p:nvSpPr>
          <p:cNvPr id="60" name="Google Shape;60;p1"/>
          <p:cNvSpPr txBox="1"/>
          <p:nvPr>
            <p:ph idx="1" type="subTitle"/>
          </p:nvPr>
        </p:nvSpPr>
        <p:spPr>
          <a:xfrm>
            <a:off x="510450" y="3182313"/>
            <a:ext cx="8123100" cy="6300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lang="en"/>
              <a:t>The Web and HTML</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What Web is</a:t>
            </a:r>
            <a:endParaRPr/>
          </a:p>
        </p:txBody>
      </p:sp>
      <p:sp>
        <p:nvSpPr>
          <p:cNvPr id="66" name="Google Shape;66;p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just">
              <a:lnSpc>
                <a:spcPct val="115000"/>
              </a:lnSpc>
              <a:spcBef>
                <a:spcPts val="0"/>
              </a:spcBef>
              <a:spcAft>
                <a:spcPts val="0"/>
              </a:spcAft>
              <a:buSzPts val="1800"/>
              <a:buChar char="-"/>
            </a:pPr>
            <a:r>
              <a:rPr i="1" lang="en"/>
              <a:t>World Wide Web or WWW or W3 or the Web is an interconnected system of public web pages accessible through the Internet.</a:t>
            </a:r>
            <a:endParaRPr i="1"/>
          </a:p>
          <a:p>
            <a:pPr indent="-342900" lvl="0" marL="457200" rtl="0" algn="l">
              <a:lnSpc>
                <a:spcPct val="115000"/>
              </a:lnSpc>
              <a:spcBef>
                <a:spcPts val="0"/>
              </a:spcBef>
              <a:spcAft>
                <a:spcPts val="0"/>
              </a:spcAft>
              <a:buSzPts val="1800"/>
              <a:buChar char="-"/>
            </a:pPr>
            <a:r>
              <a:rPr lang="en"/>
              <a:t>Proposed by Tim Berners-Lee and created in CERN Physics lab in 1990</a:t>
            </a:r>
            <a:endParaRPr/>
          </a:p>
          <a:p>
            <a:pPr indent="-342900" lvl="0" marL="457200" rtl="0" algn="l">
              <a:lnSpc>
                <a:spcPct val="115000"/>
              </a:lnSpc>
              <a:spcBef>
                <a:spcPts val="0"/>
              </a:spcBef>
              <a:spcAft>
                <a:spcPts val="0"/>
              </a:spcAft>
              <a:buSzPts val="1800"/>
              <a:buChar char="-"/>
            </a:pPr>
            <a:r>
              <a:rPr lang="en"/>
              <a:t>World Wide Web Consortium (W3C) became the standard of web</a:t>
            </a:r>
            <a:endParaRPr/>
          </a:p>
          <a:p>
            <a:pPr indent="0" lvl="0" marL="0" rtl="0" algn="just">
              <a:lnSpc>
                <a:spcPct val="115000"/>
              </a:lnSpc>
              <a:spcBef>
                <a:spcPts val="1200"/>
              </a:spcBef>
              <a:spcAft>
                <a:spcPts val="0"/>
              </a:spcAft>
              <a:buSzPts val="1800"/>
              <a:buNone/>
            </a:pPr>
            <a:r>
              <a:t/>
            </a:r>
            <a:endParaRPr/>
          </a:p>
          <a:p>
            <a:pPr indent="0" lvl="0" marL="0" rtl="0" algn="just">
              <a:lnSpc>
                <a:spcPct val="115000"/>
              </a:lnSpc>
              <a:spcBef>
                <a:spcPts val="1200"/>
              </a:spcBef>
              <a:spcAft>
                <a:spcPts val="0"/>
              </a:spcAft>
              <a:buSzPts val="1800"/>
              <a:buNone/>
            </a:pPr>
            <a:r>
              <a:rPr lang="en" u="sng">
                <a:solidFill>
                  <a:schemeClr val="hlink"/>
                </a:solidFill>
                <a:hlinkClick r:id="rId3"/>
              </a:rPr>
              <a:t>https://developer.mozilla.org/en-US/docs/Glossary/World_Wide_Web</a:t>
            </a:r>
            <a:endParaRPr/>
          </a:p>
          <a:p>
            <a:pPr indent="0" lvl="0" marL="0" rtl="0" algn="just">
              <a:lnSpc>
                <a:spcPct val="115000"/>
              </a:lnSpc>
              <a:spcBef>
                <a:spcPts val="1200"/>
              </a:spcBef>
              <a:spcAft>
                <a:spcPts val="1200"/>
              </a:spcAft>
              <a:buSzPts val="18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WWW</a:t>
            </a:r>
            <a:endParaRPr/>
          </a:p>
        </p:txBody>
      </p:sp>
      <p:sp>
        <p:nvSpPr>
          <p:cNvPr id="72" name="Google Shape;72;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a:t>Components of Web:</a:t>
            </a:r>
            <a:endParaRPr/>
          </a:p>
          <a:p>
            <a:pPr indent="-342900" lvl="0" marL="457200" rtl="0" algn="l">
              <a:lnSpc>
                <a:spcPct val="115000"/>
              </a:lnSpc>
              <a:spcBef>
                <a:spcPts val="1200"/>
              </a:spcBef>
              <a:spcAft>
                <a:spcPts val="0"/>
              </a:spcAft>
              <a:buSzPts val="1800"/>
              <a:buAutoNum type="arabicPeriod"/>
            </a:pPr>
            <a:r>
              <a:rPr lang="en"/>
              <a:t>HTTP Protocol</a:t>
            </a:r>
            <a:endParaRPr/>
          </a:p>
          <a:p>
            <a:pPr indent="-342900" lvl="0" marL="457200" rtl="0" algn="l">
              <a:lnSpc>
                <a:spcPct val="115000"/>
              </a:lnSpc>
              <a:spcBef>
                <a:spcPts val="0"/>
              </a:spcBef>
              <a:spcAft>
                <a:spcPts val="0"/>
              </a:spcAft>
              <a:buSzPts val="1800"/>
              <a:buAutoNum type="arabicPeriod"/>
            </a:pPr>
            <a:r>
              <a:rPr lang="en"/>
              <a:t>URL (Uniform Resource Locator) or URI (Uniform Resource Identifier)</a:t>
            </a:r>
            <a:endParaRPr/>
          </a:p>
          <a:p>
            <a:pPr indent="-342900" lvl="0" marL="457200" rtl="0" algn="l">
              <a:lnSpc>
                <a:spcPct val="115000"/>
              </a:lnSpc>
              <a:spcBef>
                <a:spcPts val="0"/>
              </a:spcBef>
              <a:spcAft>
                <a:spcPts val="0"/>
              </a:spcAft>
              <a:buSzPts val="1800"/>
              <a:buAutoNum type="arabicPeriod"/>
            </a:pPr>
            <a:r>
              <a:rPr lang="en"/>
              <a:t>HTML (HyperText Markup Language)</a:t>
            </a:r>
            <a:endParaRPr/>
          </a:p>
          <a:p>
            <a:pPr indent="0" lvl="0" marL="0" rtl="0" algn="l">
              <a:lnSpc>
                <a:spcPct val="115000"/>
              </a:lnSpc>
              <a:spcBef>
                <a:spcPts val="1200"/>
              </a:spcBef>
              <a:spcAft>
                <a:spcPts val="1200"/>
              </a:spcAft>
              <a:buSzPts val="18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How the web works</a:t>
            </a:r>
            <a:endParaRPr/>
          </a:p>
        </p:txBody>
      </p:sp>
      <p:sp>
        <p:nvSpPr>
          <p:cNvPr id="78" name="Google Shape;78;p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0"/>
              </a:spcBef>
              <a:spcAft>
                <a:spcPts val="1200"/>
              </a:spcAft>
              <a:buSzPts val="1800"/>
              <a:buNone/>
            </a:pPr>
            <a:r>
              <a:rPr lang="en"/>
              <a:t>The web provides you with web page(s) when you view it on your devices. The process happens in a Client-Server architecture. Clients are typically an internet-connected device such as your tablet, computer, laptop, etc. provided with web browser. Servers on the other hand, are computers that store the web pages, images, data, etc. and serve them to the client whenever requested</a:t>
            </a:r>
            <a:endParaRPr/>
          </a:p>
        </p:txBody>
      </p:sp>
      <p:pic>
        <p:nvPicPr>
          <p:cNvPr id="79" name="Google Shape;79;p4"/>
          <p:cNvPicPr preferRelativeResize="0"/>
          <p:nvPr/>
        </p:nvPicPr>
        <p:blipFill rotWithShape="1">
          <a:blip r:embed="rId3">
            <a:alphaModFix/>
          </a:blip>
          <a:srcRect b="0" l="0" r="0" t="0"/>
          <a:stretch/>
        </p:blipFill>
        <p:spPr>
          <a:xfrm>
            <a:off x="1334025" y="3018448"/>
            <a:ext cx="5549899" cy="17259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Web Client and Web Server</a:t>
            </a:r>
            <a:endParaRPr/>
          </a:p>
        </p:txBody>
      </p:sp>
      <p:pic>
        <p:nvPicPr>
          <p:cNvPr id="85" name="Google Shape;85;p5"/>
          <p:cNvPicPr preferRelativeResize="0"/>
          <p:nvPr/>
        </p:nvPicPr>
        <p:blipFill rotWithShape="1">
          <a:blip r:embed="rId3">
            <a:alphaModFix/>
          </a:blip>
          <a:srcRect b="0" l="0" r="8784" t="17505"/>
          <a:stretch/>
        </p:blipFill>
        <p:spPr>
          <a:xfrm>
            <a:off x="1180154" y="1066352"/>
            <a:ext cx="6783686" cy="342877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Tools and Frameworks</a:t>
            </a:r>
            <a:endParaRPr/>
          </a:p>
        </p:txBody>
      </p:sp>
      <p:sp>
        <p:nvSpPr>
          <p:cNvPr id="91" name="Google Shape;91;p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0"/>
              </a:spcBef>
              <a:spcAft>
                <a:spcPts val="0"/>
              </a:spcAft>
              <a:buSzPts val="1800"/>
              <a:buNone/>
            </a:pPr>
            <a:r>
              <a:rPr lang="en"/>
              <a:t>There are many tools and frameworks you could use to develop a web page or application, but the basic stuffs you need are only</a:t>
            </a:r>
            <a:endParaRPr/>
          </a:p>
          <a:p>
            <a:pPr indent="-342900" lvl="0" marL="457200" rtl="0" algn="just">
              <a:lnSpc>
                <a:spcPct val="115000"/>
              </a:lnSpc>
              <a:spcBef>
                <a:spcPts val="1200"/>
              </a:spcBef>
              <a:spcAft>
                <a:spcPts val="0"/>
              </a:spcAft>
              <a:buSzPts val="1800"/>
              <a:buAutoNum type="arabicPeriod"/>
            </a:pPr>
            <a:r>
              <a:rPr lang="en"/>
              <a:t>Text Editor, to edit your code</a:t>
            </a:r>
            <a:endParaRPr/>
          </a:p>
          <a:p>
            <a:pPr indent="-342900" lvl="0" marL="457200" rtl="0" algn="just">
              <a:lnSpc>
                <a:spcPct val="115000"/>
              </a:lnSpc>
              <a:spcBef>
                <a:spcPts val="0"/>
              </a:spcBef>
              <a:spcAft>
                <a:spcPts val="0"/>
              </a:spcAft>
              <a:buSzPts val="1800"/>
              <a:buAutoNum type="arabicPeriod"/>
            </a:pPr>
            <a:r>
              <a:rPr lang="en"/>
              <a:t>Web Browser, to view the result of your code</a:t>
            </a:r>
            <a:endParaRPr/>
          </a:p>
          <a:p>
            <a:pPr indent="-342900" lvl="0" marL="457200" rtl="0" algn="just">
              <a:lnSpc>
                <a:spcPct val="115000"/>
              </a:lnSpc>
              <a:spcBef>
                <a:spcPts val="0"/>
              </a:spcBef>
              <a:spcAft>
                <a:spcPts val="0"/>
              </a:spcAft>
              <a:buSzPts val="1800"/>
              <a:buAutoNum type="arabicPeriod"/>
            </a:pPr>
            <a:r>
              <a:rPr lang="en"/>
              <a:t>Knowledge of HTML, CSS, and JavaScript</a:t>
            </a:r>
            <a:endParaRPr/>
          </a:p>
        </p:txBody>
      </p:sp>
      <p:pic>
        <p:nvPicPr>
          <p:cNvPr id="92" name="Google Shape;92;p6"/>
          <p:cNvPicPr preferRelativeResize="0"/>
          <p:nvPr/>
        </p:nvPicPr>
        <p:blipFill rotWithShape="1">
          <a:blip r:embed="rId3">
            <a:alphaModFix/>
          </a:blip>
          <a:srcRect b="0" l="0" r="0" t="0"/>
          <a:stretch/>
        </p:blipFill>
        <p:spPr>
          <a:xfrm>
            <a:off x="5872300" y="1591525"/>
            <a:ext cx="2350551" cy="1234050"/>
          </a:xfrm>
          <a:prstGeom prst="rect">
            <a:avLst/>
          </a:prstGeom>
          <a:noFill/>
          <a:ln>
            <a:noFill/>
          </a:ln>
        </p:spPr>
      </p:pic>
      <p:pic>
        <p:nvPicPr>
          <p:cNvPr id="93" name="Google Shape;93;p6"/>
          <p:cNvPicPr preferRelativeResize="0"/>
          <p:nvPr/>
        </p:nvPicPr>
        <p:blipFill rotWithShape="1">
          <a:blip r:embed="rId4">
            <a:alphaModFix/>
          </a:blip>
          <a:srcRect b="0" l="0" r="0" t="0"/>
          <a:stretch/>
        </p:blipFill>
        <p:spPr>
          <a:xfrm>
            <a:off x="5455921" y="2953871"/>
            <a:ext cx="1516525" cy="1516525"/>
          </a:xfrm>
          <a:prstGeom prst="rect">
            <a:avLst/>
          </a:prstGeom>
          <a:noFill/>
          <a:ln>
            <a:noFill/>
          </a:ln>
        </p:spPr>
      </p:pic>
      <p:pic>
        <p:nvPicPr>
          <p:cNvPr id="94" name="Google Shape;94;p6"/>
          <p:cNvPicPr preferRelativeResize="0"/>
          <p:nvPr/>
        </p:nvPicPr>
        <p:blipFill rotWithShape="1">
          <a:blip r:embed="rId5">
            <a:alphaModFix/>
          </a:blip>
          <a:srcRect b="0" l="0" r="0" t="0"/>
          <a:stretch/>
        </p:blipFill>
        <p:spPr>
          <a:xfrm>
            <a:off x="6736000" y="3011073"/>
            <a:ext cx="2408000" cy="13484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But why those three?</a:t>
            </a:r>
            <a:endParaRPr/>
          </a:p>
        </p:txBody>
      </p:sp>
      <p:pic>
        <p:nvPicPr>
          <p:cNvPr id="100" name="Google Shape;100;p7"/>
          <p:cNvPicPr preferRelativeResize="0"/>
          <p:nvPr/>
        </p:nvPicPr>
        <p:blipFill rotWithShape="1">
          <a:blip r:embed="rId3">
            <a:alphaModFix/>
          </a:blip>
          <a:srcRect b="0" l="0" r="0" t="0"/>
          <a:stretch/>
        </p:blipFill>
        <p:spPr>
          <a:xfrm>
            <a:off x="2661513" y="1156925"/>
            <a:ext cx="3820975" cy="38209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Popular Browsers</a:t>
            </a:r>
            <a:endParaRPr/>
          </a:p>
        </p:txBody>
      </p:sp>
      <p:sp>
        <p:nvSpPr>
          <p:cNvPr id="106" name="Google Shape;106;p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AutoNum type="arabicPeriod"/>
            </a:pPr>
            <a:r>
              <a:rPr lang="en"/>
              <a:t>Google Chrome</a:t>
            </a:r>
            <a:endParaRPr/>
          </a:p>
          <a:p>
            <a:pPr indent="-342900" lvl="0" marL="457200" rtl="0" algn="l">
              <a:lnSpc>
                <a:spcPct val="115000"/>
              </a:lnSpc>
              <a:spcBef>
                <a:spcPts val="0"/>
              </a:spcBef>
              <a:spcAft>
                <a:spcPts val="0"/>
              </a:spcAft>
              <a:buSzPts val="1800"/>
              <a:buAutoNum type="arabicPeriod"/>
            </a:pPr>
            <a:r>
              <a:rPr lang="en"/>
              <a:t>Mozilla Firefox</a:t>
            </a:r>
            <a:endParaRPr/>
          </a:p>
          <a:p>
            <a:pPr indent="-342900" lvl="0" marL="457200" rtl="0" algn="l">
              <a:lnSpc>
                <a:spcPct val="115000"/>
              </a:lnSpc>
              <a:spcBef>
                <a:spcPts val="0"/>
              </a:spcBef>
              <a:spcAft>
                <a:spcPts val="0"/>
              </a:spcAft>
              <a:buSzPts val="1800"/>
              <a:buAutoNum type="arabicPeriod"/>
            </a:pPr>
            <a:r>
              <a:rPr lang="en"/>
              <a:t>Safari</a:t>
            </a:r>
            <a:endParaRPr/>
          </a:p>
          <a:p>
            <a:pPr indent="-342900" lvl="0" marL="457200" rtl="0" algn="l">
              <a:lnSpc>
                <a:spcPct val="115000"/>
              </a:lnSpc>
              <a:spcBef>
                <a:spcPts val="0"/>
              </a:spcBef>
              <a:spcAft>
                <a:spcPts val="0"/>
              </a:spcAft>
              <a:buSzPts val="1800"/>
              <a:buAutoNum type="arabicPeriod"/>
            </a:pPr>
            <a:r>
              <a:rPr lang="en"/>
              <a:t>Microsoft Edge</a:t>
            </a:r>
            <a:endParaRPr/>
          </a:p>
          <a:p>
            <a:pPr indent="-342900" lvl="0" marL="457200" rtl="0" algn="l">
              <a:lnSpc>
                <a:spcPct val="115000"/>
              </a:lnSpc>
              <a:spcBef>
                <a:spcPts val="0"/>
              </a:spcBef>
              <a:spcAft>
                <a:spcPts val="0"/>
              </a:spcAft>
              <a:buSzPts val="1800"/>
              <a:buAutoNum type="arabicPeriod"/>
            </a:pPr>
            <a:r>
              <a:rPr lang="en"/>
              <a:t>Brave</a:t>
            </a:r>
            <a:endParaRPr/>
          </a:p>
          <a:p>
            <a:pPr indent="-342900" lvl="0" marL="457200" rtl="0" algn="l">
              <a:lnSpc>
                <a:spcPct val="115000"/>
              </a:lnSpc>
              <a:spcBef>
                <a:spcPts val="0"/>
              </a:spcBef>
              <a:spcAft>
                <a:spcPts val="0"/>
              </a:spcAft>
              <a:buSzPts val="1800"/>
              <a:buAutoNum type="arabicPeriod"/>
            </a:pPr>
            <a:r>
              <a:rPr lang="en"/>
              <a:t>Opera</a:t>
            </a:r>
            <a:endParaRPr/>
          </a:p>
          <a:p>
            <a:pPr indent="-342900" lvl="0" marL="457200" rtl="0" algn="l">
              <a:lnSpc>
                <a:spcPct val="115000"/>
              </a:lnSpc>
              <a:spcBef>
                <a:spcPts val="0"/>
              </a:spcBef>
              <a:spcAft>
                <a:spcPts val="0"/>
              </a:spcAft>
              <a:buSzPts val="1800"/>
              <a:buAutoNum type="arabicPeriod"/>
            </a:pPr>
            <a:r>
              <a:rPr lang="en"/>
              <a:t>Chromium</a:t>
            </a:r>
            <a:endParaRPr/>
          </a:p>
          <a:p>
            <a:pPr indent="-342900" lvl="0" marL="457200" rtl="0" algn="l">
              <a:lnSpc>
                <a:spcPct val="115000"/>
              </a:lnSpc>
              <a:spcBef>
                <a:spcPts val="0"/>
              </a:spcBef>
              <a:spcAft>
                <a:spcPts val="0"/>
              </a:spcAft>
              <a:buSzPts val="1800"/>
              <a:buAutoNum type="arabicPeriod"/>
            </a:pPr>
            <a:r>
              <a:rPr lang="en"/>
              <a:t>IceWeasel</a:t>
            </a:r>
            <a:endParaRPr/>
          </a:p>
          <a:p>
            <a:pPr indent="-342900" lvl="0" marL="457200" rtl="0" algn="l">
              <a:lnSpc>
                <a:spcPct val="115000"/>
              </a:lnSpc>
              <a:spcBef>
                <a:spcPts val="0"/>
              </a:spcBef>
              <a:spcAft>
                <a:spcPts val="0"/>
              </a:spcAft>
              <a:buSzPts val="1800"/>
              <a:buAutoNum type="arabicPeriod"/>
            </a:pPr>
            <a:r>
              <a:rPr lang="en"/>
              <a:t>Konqueror</a:t>
            </a:r>
            <a:endParaRPr/>
          </a:p>
          <a:p>
            <a:pPr indent="-342900" lvl="0" marL="457200" rtl="0" algn="l">
              <a:lnSpc>
                <a:spcPct val="115000"/>
              </a:lnSpc>
              <a:spcBef>
                <a:spcPts val="0"/>
              </a:spcBef>
              <a:spcAft>
                <a:spcPts val="0"/>
              </a:spcAft>
              <a:buSzPts val="1800"/>
              <a:buAutoNum type="arabicPeriod"/>
            </a:pPr>
            <a:r>
              <a:rPr lang="en"/>
              <a:t>etc.</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Popular Text Editors</a:t>
            </a:r>
            <a:endParaRPr/>
          </a:p>
        </p:txBody>
      </p:sp>
      <p:sp>
        <p:nvSpPr>
          <p:cNvPr id="112" name="Google Shape;112;p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lnSpcReduction="10000"/>
          </a:bodyPr>
          <a:lstStyle/>
          <a:p>
            <a:pPr indent="-342900" lvl="0" marL="457200" rtl="0" algn="l">
              <a:lnSpc>
                <a:spcPct val="115000"/>
              </a:lnSpc>
              <a:spcBef>
                <a:spcPts val="0"/>
              </a:spcBef>
              <a:spcAft>
                <a:spcPts val="0"/>
              </a:spcAft>
              <a:buSzPts val="1800"/>
              <a:buAutoNum type="arabicPeriod"/>
            </a:pPr>
            <a:r>
              <a:rPr lang="en"/>
              <a:t>Visual Studio Code</a:t>
            </a:r>
            <a:endParaRPr/>
          </a:p>
          <a:p>
            <a:pPr indent="-342900" lvl="0" marL="457200" rtl="0" algn="l">
              <a:lnSpc>
                <a:spcPct val="115000"/>
              </a:lnSpc>
              <a:spcBef>
                <a:spcPts val="0"/>
              </a:spcBef>
              <a:spcAft>
                <a:spcPts val="0"/>
              </a:spcAft>
              <a:buSzPts val="1800"/>
              <a:buAutoNum type="arabicPeriod"/>
            </a:pPr>
            <a:r>
              <a:rPr lang="en"/>
              <a:t>Sublime Text</a:t>
            </a:r>
            <a:endParaRPr/>
          </a:p>
          <a:p>
            <a:pPr indent="-342900" lvl="0" marL="457200" rtl="0" algn="l">
              <a:lnSpc>
                <a:spcPct val="115000"/>
              </a:lnSpc>
              <a:spcBef>
                <a:spcPts val="0"/>
              </a:spcBef>
              <a:spcAft>
                <a:spcPts val="0"/>
              </a:spcAft>
              <a:buSzPts val="1800"/>
              <a:buAutoNum type="arabicPeriod"/>
            </a:pPr>
            <a:r>
              <a:rPr lang="en"/>
              <a:t>Brackets</a:t>
            </a:r>
            <a:endParaRPr/>
          </a:p>
          <a:p>
            <a:pPr indent="-342900" lvl="0" marL="457200" rtl="0" algn="l">
              <a:lnSpc>
                <a:spcPct val="115000"/>
              </a:lnSpc>
              <a:spcBef>
                <a:spcPts val="0"/>
              </a:spcBef>
              <a:spcAft>
                <a:spcPts val="0"/>
              </a:spcAft>
              <a:buSzPts val="1800"/>
              <a:buAutoNum type="arabicPeriod"/>
            </a:pPr>
            <a:r>
              <a:rPr lang="en"/>
              <a:t>Notepad++</a:t>
            </a:r>
            <a:endParaRPr/>
          </a:p>
          <a:p>
            <a:pPr indent="-342900" lvl="0" marL="457200" rtl="0" algn="l">
              <a:lnSpc>
                <a:spcPct val="115000"/>
              </a:lnSpc>
              <a:spcBef>
                <a:spcPts val="0"/>
              </a:spcBef>
              <a:spcAft>
                <a:spcPts val="0"/>
              </a:spcAft>
              <a:buSzPts val="1800"/>
              <a:buAutoNum type="arabicPeriod"/>
            </a:pPr>
            <a:r>
              <a:rPr lang="en"/>
              <a:t>Vim</a:t>
            </a:r>
            <a:endParaRPr/>
          </a:p>
          <a:p>
            <a:pPr indent="-342900" lvl="0" marL="457200" rtl="0" algn="l">
              <a:lnSpc>
                <a:spcPct val="115000"/>
              </a:lnSpc>
              <a:spcBef>
                <a:spcPts val="0"/>
              </a:spcBef>
              <a:spcAft>
                <a:spcPts val="0"/>
              </a:spcAft>
              <a:buSzPts val="1800"/>
              <a:buAutoNum type="arabicPeriod"/>
            </a:pPr>
            <a:r>
              <a:rPr lang="en"/>
              <a:t>Neovim</a:t>
            </a:r>
            <a:endParaRPr/>
          </a:p>
          <a:p>
            <a:pPr indent="-342900" lvl="0" marL="457200" rtl="0" algn="l">
              <a:lnSpc>
                <a:spcPct val="115000"/>
              </a:lnSpc>
              <a:spcBef>
                <a:spcPts val="0"/>
              </a:spcBef>
              <a:spcAft>
                <a:spcPts val="0"/>
              </a:spcAft>
              <a:buSzPts val="1800"/>
              <a:buAutoNum type="arabicPeriod"/>
            </a:pPr>
            <a:r>
              <a:rPr lang="en"/>
              <a:t>Emacs</a:t>
            </a:r>
            <a:endParaRPr/>
          </a:p>
          <a:p>
            <a:pPr indent="-342900" lvl="0" marL="457200" rtl="0" algn="l">
              <a:lnSpc>
                <a:spcPct val="115000"/>
              </a:lnSpc>
              <a:spcBef>
                <a:spcPts val="0"/>
              </a:spcBef>
              <a:spcAft>
                <a:spcPts val="0"/>
              </a:spcAft>
              <a:buSzPts val="1800"/>
              <a:buAutoNum type="arabicPeriod"/>
            </a:pPr>
            <a:r>
              <a:rPr lang="en"/>
              <a:t>Gedit</a:t>
            </a:r>
            <a:endParaRPr/>
          </a:p>
          <a:p>
            <a:pPr indent="-342900" lvl="0" marL="457200" rtl="0" algn="l">
              <a:lnSpc>
                <a:spcPct val="115000"/>
              </a:lnSpc>
              <a:spcBef>
                <a:spcPts val="0"/>
              </a:spcBef>
              <a:spcAft>
                <a:spcPts val="0"/>
              </a:spcAft>
              <a:buSzPts val="1800"/>
              <a:buAutoNum type="arabicPeriod"/>
            </a:pPr>
            <a:r>
              <a:rPr lang="en"/>
              <a:t>Notepad</a:t>
            </a:r>
            <a:endParaRPr/>
          </a:p>
          <a:p>
            <a:pPr indent="-342900" lvl="0" marL="457200" rtl="0" algn="l">
              <a:lnSpc>
                <a:spcPct val="115000"/>
              </a:lnSpc>
              <a:spcBef>
                <a:spcPts val="0"/>
              </a:spcBef>
              <a:spcAft>
                <a:spcPts val="0"/>
              </a:spcAft>
              <a:buSzPts val="1800"/>
              <a:buAutoNum type="arabicPeriod"/>
            </a:pPr>
            <a:r>
              <a:rPr lang="en"/>
              <a:t>REPL IT</a:t>
            </a:r>
            <a:endParaRPr/>
          </a:p>
          <a:p>
            <a:pPr indent="-342900" lvl="0" marL="457200" rtl="0" algn="l">
              <a:lnSpc>
                <a:spcPct val="115000"/>
              </a:lnSpc>
              <a:spcBef>
                <a:spcPts val="0"/>
              </a:spcBef>
              <a:spcAft>
                <a:spcPts val="0"/>
              </a:spcAft>
              <a:buSzPts val="1800"/>
              <a:buAutoNum type="arabicPeriod"/>
            </a:pPr>
            <a:r>
              <a:rPr lang="en"/>
              <a:t>etc.</a:t>
            </a:r>
            <a:endParaRPr/>
          </a:p>
        </p:txBody>
      </p:sp>
      <p:pic>
        <p:nvPicPr>
          <p:cNvPr id="113" name="Google Shape;113;p9"/>
          <p:cNvPicPr preferRelativeResize="0"/>
          <p:nvPr/>
        </p:nvPicPr>
        <p:blipFill rotWithShape="1">
          <a:blip r:embed="rId3">
            <a:alphaModFix/>
          </a:blip>
          <a:srcRect b="0" l="0" r="0" t="0"/>
          <a:stretch/>
        </p:blipFill>
        <p:spPr>
          <a:xfrm>
            <a:off x="3295650" y="1017725"/>
            <a:ext cx="1441449" cy="1441449"/>
          </a:xfrm>
          <a:prstGeom prst="rect">
            <a:avLst/>
          </a:prstGeom>
          <a:noFill/>
          <a:ln>
            <a:noFill/>
          </a:ln>
        </p:spPr>
      </p:pic>
      <p:pic>
        <p:nvPicPr>
          <p:cNvPr id="114" name="Google Shape;114;p9"/>
          <p:cNvPicPr preferRelativeResize="0"/>
          <p:nvPr/>
        </p:nvPicPr>
        <p:blipFill rotWithShape="1">
          <a:blip r:embed="rId4">
            <a:alphaModFix/>
          </a:blip>
          <a:srcRect b="0" l="0" r="0" t="0"/>
          <a:stretch/>
        </p:blipFill>
        <p:spPr>
          <a:xfrm>
            <a:off x="5226050" y="1017725"/>
            <a:ext cx="1568450" cy="1568450"/>
          </a:xfrm>
          <a:prstGeom prst="rect">
            <a:avLst/>
          </a:prstGeom>
          <a:noFill/>
          <a:ln>
            <a:noFill/>
          </a:ln>
        </p:spPr>
      </p:pic>
      <p:pic>
        <p:nvPicPr>
          <p:cNvPr id="115" name="Google Shape;115;p9"/>
          <p:cNvPicPr preferRelativeResize="0"/>
          <p:nvPr/>
        </p:nvPicPr>
        <p:blipFill rotWithShape="1">
          <a:blip r:embed="rId5">
            <a:alphaModFix/>
          </a:blip>
          <a:srcRect b="0" l="0" r="0" t="0"/>
          <a:stretch/>
        </p:blipFill>
        <p:spPr>
          <a:xfrm>
            <a:off x="7283447" y="1017724"/>
            <a:ext cx="1515126" cy="1517651"/>
          </a:xfrm>
          <a:prstGeom prst="rect">
            <a:avLst/>
          </a:prstGeom>
          <a:noFill/>
          <a:ln>
            <a:noFill/>
          </a:ln>
        </p:spPr>
      </p:pic>
      <p:pic>
        <p:nvPicPr>
          <p:cNvPr id="116" name="Google Shape;116;p9"/>
          <p:cNvPicPr preferRelativeResize="0"/>
          <p:nvPr/>
        </p:nvPicPr>
        <p:blipFill rotWithShape="1">
          <a:blip r:embed="rId6">
            <a:alphaModFix/>
          </a:blip>
          <a:srcRect b="0" l="0" r="0" t="0"/>
          <a:stretch/>
        </p:blipFill>
        <p:spPr>
          <a:xfrm>
            <a:off x="3318355" y="2867076"/>
            <a:ext cx="1396025" cy="1701801"/>
          </a:xfrm>
          <a:prstGeom prst="rect">
            <a:avLst/>
          </a:prstGeom>
          <a:noFill/>
          <a:ln>
            <a:noFill/>
          </a:ln>
        </p:spPr>
      </p:pic>
      <p:pic>
        <p:nvPicPr>
          <p:cNvPr id="117" name="Google Shape;117;p9"/>
          <p:cNvPicPr preferRelativeResize="0"/>
          <p:nvPr/>
        </p:nvPicPr>
        <p:blipFill rotWithShape="1">
          <a:blip r:embed="rId7">
            <a:alphaModFix/>
          </a:blip>
          <a:srcRect b="0" l="0" r="0" t="0"/>
          <a:stretch/>
        </p:blipFill>
        <p:spPr>
          <a:xfrm>
            <a:off x="5067300" y="2867075"/>
            <a:ext cx="1885950" cy="1885950"/>
          </a:xfrm>
          <a:prstGeom prst="rect">
            <a:avLst/>
          </a:prstGeom>
          <a:noFill/>
          <a:ln>
            <a:noFill/>
          </a:ln>
        </p:spPr>
      </p:pic>
      <p:pic>
        <p:nvPicPr>
          <p:cNvPr id="118" name="Google Shape;118;p9"/>
          <p:cNvPicPr preferRelativeResize="0"/>
          <p:nvPr/>
        </p:nvPicPr>
        <p:blipFill rotWithShape="1">
          <a:blip r:embed="rId8">
            <a:alphaModFix/>
          </a:blip>
          <a:srcRect b="0" l="0" r="0" t="0"/>
          <a:stretch/>
        </p:blipFill>
        <p:spPr>
          <a:xfrm>
            <a:off x="6994910" y="2905175"/>
            <a:ext cx="2092200" cy="18097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Popular Web Libraries</a:t>
            </a:r>
            <a:endParaRPr/>
          </a:p>
        </p:txBody>
      </p:sp>
      <p:sp>
        <p:nvSpPr>
          <p:cNvPr id="124" name="Google Shape;124;p1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AutoNum type="arabicPeriod"/>
            </a:pPr>
            <a:r>
              <a:rPr lang="en"/>
              <a:t>Bootstrap</a:t>
            </a:r>
            <a:endParaRPr/>
          </a:p>
          <a:p>
            <a:pPr indent="-342900" lvl="0" marL="457200" rtl="0" algn="l">
              <a:lnSpc>
                <a:spcPct val="115000"/>
              </a:lnSpc>
              <a:spcBef>
                <a:spcPts val="0"/>
              </a:spcBef>
              <a:spcAft>
                <a:spcPts val="0"/>
              </a:spcAft>
              <a:buSzPts val="1800"/>
              <a:buAutoNum type="arabicPeriod"/>
            </a:pPr>
            <a:r>
              <a:rPr lang="en"/>
              <a:t>jQuery</a:t>
            </a:r>
            <a:endParaRPr/>
          </a:p>
          <a:p>
            <a:pPr indent="-342900" lvl="0" marL="457200" rtl="0" algn="l">
              <a:lnSpc>
                <a:spcPct val="115000"/>
              </a:lnSpc>
              <a:spcBef>
                <a:spcPts val="0"/>
              </a:spcBef>
              <a:spcAft>
                <a:spcPts val="0"/>
              </a:spcAft>
              <a:buSzPts val="1800"/>
              <a:buAutoNum type="arabicPeriod"/>
            </a:pPr>
            <a:r>
              <a:rPr lang="en"/>
              <a:t>Moment.js</a:t>
            </a:r>
            <a:endParaRPr/>
          </a:p>
          <a:p>
            <a:pPr indent="-342900" lvl="0" marL="457200" rtl="0" algn="l">
              <a:lnSpc>
                <a:spcPct val="115000"/>
              </a:lnSpc>
              <a:spcBef>
                <a:spcPts val="0"/>
              </a:spcBef>
              <a:spcAft>
                <a:spcPts val="0"/>
              </a:spcAft>
              <a:buSzPts val="1800"/>
              <a:buAutoNum type="arabicPeriod"/>
            </a:pPr>
            <a:r>
              <a:rPr lang="en"/>
              <a:t>etc.</a:t>
            </a:r>
            <a:endParaRPr/>
          </a:p>
        </p:txBody>
      </p:sp>
      <p:pic>
        <p:nvPicPr>
          <p:cNvPr id="125" name="Google Shape;125;p10"/>
          <p:cNvPicPr preferRelativeResize="0"/>
          <p:nvPr/>
        </p:nvPicPr>
        <p:blipFill rotWithShape="1">
          <a:blip r:embed="rId3">
            <a:alphaModFix/>
          </a:blip>
          <a:srcRect b="0" l="0" r="0" t="0"/>
          <a:stretch/>
        </p:blipFill>
        <p:spPr>
          <a:xfrm>
            <a:off x="2721246" y="1238251"/>
            <a:ext cx="2686725" cy="1790699"/>
          </a:xfrm>
          <a:prstGeom prst="rect">
            <a:avLst/>
          </a:prstGeom>
          <a:noFill/>
          <a:ln>
            <a:noFill/>
          </a:ln>
        </p:spPr>
      </p:pic>
      <p:pic>
        <p:nvPicPr>
          <p:cNvPr id="126" name="Google Shape;126;p10"/>
          <p:cNvPicPr preferRelativeResize="0"/>
          <p:nvPr/>
        </p:nvPicPr>
        <p:blipFill rotWithShape="1">
          <a:blip r:embed="rId4">
            <a:alphaModFix/>
          </a:blip>
          <a:srcRect b="0" l="0" r="0" t="0"/>
          <a:stretch/>
        </p:blipFill>
        <p:spPr>
          <a:xfrm>
            <a:off x="5996866" y="1387475"/>
            <a:ext cx="1873125" cy="149224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Popular Web Frameworks</a:t>
            </a:r>
            <a:endParaRPr/>
          </a:p>
        </p:txBody>
      </p:sp>
      <p:sp>
        <p:nvSpPr>
          <p:cNvPr id="132" name="Google Shape;132;p1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AutoNum type="arabicPeriod"/>
            </a:pPr>
            <a:r>
              <a:rPr lang="en"/>
              <a:t>React</a:t>
            </a:r>
            <a:endParaRPr/>
          </a:p>
          <a:p>
            <a:pPr indent="-342900" lvl="0" marL="457200" rtl="0" algn="l">
              <a:lnSpc>
                <a:spcPct val="115000"/>
              </a:lnSpc>
              <a:spcBef>
                <a:spcPts val="0"/>
              </a:spcBef>
              <a:spcAft>
                <a:spcPts val="0"/>
              </a:spcAft>
              <a:buSzPts val="1800"/>
              <a:buAutoNum type="arabicPeriod"/>
            </a:pPr>
            <a:r>
              <a:rPr lang="en"/>
              <a:t>Angular</a:t>
            </a:r>
            <a:endParaRPr/>
          </a:p>
          <a:p>
            <a:pPr indent="-342900" lvl="0" marL="457200" rtl="0" algn="l">
              <a:lnSpc>
                <a:spcPct val="115000"/>
              </a:lnSpc>
              <a:spcBef>
                <a:spcPts val="0"/>
              </a:spcBef>
              <a:spcAft>
                <a:spcPts val="0"/>
              </a:spcAft>
              <a:buSzPts val="1800"/>
              <a:buAutoNum type="arabicPeriod"/>
            </a:pPr>
            <a:r>
              <a:rPr lang="en"/>
              <a:t>Svelte</a:t>
            </a:r>
            <a:endParaRPr/>
          </a:p>
          <a:p>
            <a:pPr indent="-342900" lvl="0" marL="457200" rtl="0" algn="l">
              <a:lnSpc>
                <a:spcPct val="115000"/>
              </a:lnSpc>
              <a:spcBef>
                <a:spcPts val="0"/>
              </a:spcBef>
              <a:spcAft>
                <a:spcPts val="0"/>
              </a:spcAft>
              <a:buSzPts val="1800"/>
              <a:buAutoNum type="arabicPeriod"/>
            </a:pPr>
            <a:r>
              <a:rPr lang="en"/>
              <a:t>Vue.js</a:t>
            </a:r>
            <a:endParaRPr/>
          </a:p>
          <a:p>
            <a:pPr indent="-342900" lvl="0" marL="457200" rtl="0" algn="l">
              <a:lnSpc>
                <a:spcPct val="115000"/>
              </a:lnSpc>
              <a:spcBef>
                <a:spcPts val="0"/>
              </a:spcBef>
              <a:spcAft>
                <a:spcPts val="0"/>
              </a:spcAft>
              <a:buSzPts val="1800"/>
              <a:buAutoNum type="arabicPeriod"/>
            </a:pPr>
            <a:r>
              <a:rPr lang="en"/>
              <a:t>etc.</a:t>
            </a:r>
            <a:endParaRPr/>
          </a:p>
        </p:txBody>
      </p:sp>
      <p:pic>
        <p:nvPicPr>
          <p:cNvPr id="133" name="Google Shape;133;p11"/>
          <p:cNvPicPr preferRelativeResize="0"/>
          <p:nvPr/>
        </p:nvPicPr>
        <p:blipFill rotWithShape="1">
          <a:blip r:embed="rId3">
            <a:alphaModFix/>
          </a:blip>
          <a:srcRect b="0" l="0" r="0" t="0"/>
          <a:stretch/>
        </p:blipFill>
        <p:spPr>
          <a:xfrm>
            <a:off x="2222730" y="1060450"/>
            <a:ext cx="1079274" cy="938074"/>
          </a:xfrm>
          <a:prstGeom prst="rect">
            <a:avLst/>
          </a:prstGeom>
          <a:noFill/>
          <a:ln>
            <a:noFill/>
          </a:ln>
        </p:spPr>
      </p:pic>
      <p:pic>
        <p:nvPicPr>
          <p:cNvPr id="134" name="Google Shape;134;p11"/>
          <p:cNvPicPr preferRelativeResize="0"/>
          <p:nvPr/>
        </p:nvPicPr>
        <p:blipFill rotWithShape="1">
          <a:blip r:embed="rId4">
            <a:alphaModFix/>
          </a:blip>
          <a:srcRect b="0" l="0" r="0" t="0"/>
          <a:stretch/>
        </p:blipFill>
        <p:spPr>
          <a:xfrm>
            <a:off x="3848103" y="1044350"/>
            <a:ext cx="1119549" cy="970276"/>
          </a:xfrm>
          <a:prstGeom prst="rect">
            <a:avLst/>
          </a:prstGeom>
          <a:noFill/>
          <a:ln>
            <a:noFill/>
          </a:ln>
        </p:spPr>
      </p:pic>
      <p:pic>
        <p:nvPicPr>
          <p:cNvPr id="135" name="Google Shape;135;p11"/>
          <p:cNvPicPr preferRelativeResize="0"/>
          <p:nvPr/>
        </p:nvPicPr>
        <p:blipFill rotWithShape="1">
          <a:blip r:embed="rId5">
            <a:alphaModFix/>
          </a:blip>
          <a:srcRect b="0" l="0" r="0" t="0"/>
          <a:stretch/>
        </p:blipFill>
        <p:spPr>
          <a:xfrm>
            <a:off x="2241663" y="2339975"/>
            <a:ext cx="1041399" cy="1041399"/>
          </a:xfrm>
          <a:prstGeom prst="rect">
            <a:avLst/>
          </a:prstGeom>
          <a:noFill/>
          <a:ln>
            <a:noFill/>
          </a:ln>
        </p:spPr>
      </p:pic>
      <p:pic>
        <p:nvPicPr>
          <p:cNvPr id="136" name="Google Shape;136;p11"/>
          <p:cNvPicPr preferRelativeResize="0"/>
          <p:nvPr/>
        </p:nvPicPr>
        <p:blipFill rotWithShape="1">
          <a:blip r:embed="rId6">
            <a:alphaModFix/>
          </a:blip>
          <a:srcRect b="0" l="0" r="0" t="0"/>
          <a:stretch/>
        </p:blipFill>
        <p:spPr>
          <a:xfrm>
            <a:off x="4004999" y="2375536"/>
            <a:ext cx="805764" cy="97027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Download VS Code</a:t>
            </a:r>
            <a:endParaRPr/>
          </a:p>
        </p:txBody>
      </p:sp>
      <p:sp>
        <p:nvSpPr>
          <p:cNvPr id="142" name="Google Shape;142;p1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0"/>
              </a:spcBef>
              <a:spcAft>
                <a:spcPts val="0"/>
              </a:spcAft>
              <a:buSzPts val="1800"/>
              <a:buNone/>
            </a:pPr>
            <a:r>
              <a:rPr lang="en"/>
              <a:t>Let’s use VS Code as our editor (</a:t>
            </a:r>
            <a:r>
              <a:rPr lang="en" u="sng">
                <a:solidFill>
                  <a:schemeClr val="hlink"/>
                </a:solidFill>
                <a:hlinkClick r:id="rId3"/>
              </a:rPr>
              <a:t>https://code.visualstudio.com/Download</a:t>
            </a:r>
            <a:r>
              <a:rPr lang="en"/>
              <a:t> )</a:t>
            </a:r>
            <a:endParaRPr/>
          </a:p>
          <a:p>
            <a:pPr indent="0" lvl="0" marL="0" rtl="0" algn="just">
              <a:lnSpc>
                <a:spcPct val="115000"/>
              </a:lnSpc>
              <a:spcBef>
                <a:spcPts val="1200"/>
              </a:spcBef>
              <a:spcAft>
                <a:spcPts val="1200"/>
              </a:spcAft>
              <a:buSzPts val="1800"/>
              <a:buNone/>
            </a:pPr>
            <a:r>
              <a:rPr lang="en"/>
              <a:t>(or if you prefer the online, use </a:t>
            </a:r>
            <a:r>
              <a:rPr lang="en" u="sng">
                <a:solidFill>
                  <a:schemeClr val="hlink"/>
                </a:solidFill>
                <a:hlinkClick r:id="rId4"/>
              </a:rPr>
              <a:t>https://replit.com/</a:t>
            </a:r>
            <a:r>
              <a:rPr lang="en"/>
              <a:t>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Hello World using HTML (HyperText Markup Language)</a:t>
            </a:r>
            <a:endParaRPr/>
          </a:p>
        </p:txBody>
      </p:sp>
      <p:sp>
        <p:nvSpPr>
          <p:cNvPr id="148" name="Google Shape;148;p13"/>
          <p:cNvSpPr txBox="1"/>
          <p:nvPr>
            <p:ph idx="1" type="body"/>
          </p:nvPr>
        </p:nvSpPr>
        <p:spPr>
          <a:xfrm>
            <a:off x="311700" y="1017725"/>
            <a:ext cx="8520600" cy="3416400"/>
          </a:xfrm>
          <a:prstGeom prst="rect">
            <a:avLst/>
          </a:prstGeom>
          <a:solidFill>
            <a:schemeClr val="dk1"/>
          </a:solidFill>
          <a:ln cap="flat" cmpd="sng" w="9525">
            <a:solidFill>
              <a:schemeClr val="dk1"/>
            </a:solidFill>
            <a:prstDash val="solid"/>
            <a:round/>
            <a:headEnd len="sm" w="sm" type="none"/>
            <a:tailEnd len="sm" w="sm" type="none"/>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800"/>
              <a:buNone/>
            </a:pPr>
            <a:r>
              <a:rPr lang="en" sz="2200">
                <a:solidFill>
                  <a:srgbClr val="F8F8F2"/>
                </a:solidFill>
                <a:highlight>
                  <a:srgbClr val="272822"/>
                </a:highlight>
                <a:latin typeface="Courier New"/>
                <a:ea typeface="Courier New"/>
                <a:cs typeface="Courier New"/>
                <a:sym typeface="Courier New"/>
              </a:rPr>
              <a:t>&lt;</a:t>
            </a:r>
            <a:r>
              <a:rPr lang="en" sz="2200">
                <a:solidFill>
                  <a:srgbClr val="F92672"/>
                </a:solidFill>
                <a:highlight>
                  <a:srgbClr val="272822"/>
                </a:highlight>
                <a:latin typeface="Courier New"/>
                <a:ea typeface="Courier New"/>
                <a:cs typeface="Courier New"/>
                <a:sym typeface="Courier New"/>
              </a:rPr>
              <a:t>html</a:t>
            </a:r>
            <a:r>
              <a:rPr lang="en" sz="2200">
                <a:solidFill>
                  <a:srgbClr val="F8F8F2"/>
                </a:solidFill>
                <a:highlight>
                  <a:srgbClr val="272822"/>
                </a:highlight>
                <a:latin typeface="Courier New"/>
                <a:ea typeface="Courier New"/>
                <a:cs typeface="Courier New"/>
                <a:sym typeface="Courier New"/>
              </a:rPr>
              <a:t>&gt;</a:t>
            </a:r>
            <a:endParaRPr sz="22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2200">
                <a:solidFill>
                  <a:srgbClr val="F8F8F2"/>
                </a:solidFill>
                <a:highlight>
                  <a:srgbClr val="272822"/>
                </a:highlight>
                <a:latin typeface="Courier New"/>
                <a:ea typeface="Courier New"/>
                <a:cs typeface="Courier New"/>
                <a:sym typeface="Courier New"/>
              </a:rPr>
              <a:t>   &lt;</a:t>
            </a:r>
            <a:r>
              <a:rPr lang="en" sz="2200">
                <a:solidFill>
                  <a:srgbClr val="F92672"/>
                </a:solidFill>
                <a:highlight>
                  <a:srgbClr val="272822"/>
                </a:highlight>
                <a:latin typeface="Courier New"/>
                <a:ea typeface="Courier New"/>
                <a:cs typeface="Courier New"/>
                <a:sym typeface="Courier New"/>
              </a:rPr>
              <a:t>head</a:t>
            </a:r>
            <a:r>
              <a:rPr lang="en" sz="2200">
                <a:solidFill>
                  <a:srgbClr val="F8F8F2"/>
                </a:solidFill>
                <a:highlight>
                  <a:srgbClr val="272822"/>
                </a:highlight>
                <a:latin typeface="Courier New"/>
                <a:ea typeface="Courier New"/>
                <a:cs typeface="Courier New"/>
                <a:sym typeface="Courier New"/>
              </a:rPr>
              <a:t>&gt;</a:t>
            </a:r>
            <a:endParaRPr sz="22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2200">
                <a:solidFill>
                  <a:srgbClr val="F8F8F2"/>
                </a:solidFill>
                <a:highlight>
                  <a:srgbClr val="272822"/>
                </a:highlight>
                <a:latin typeface="Courier New"/>
                <a:ea typeface="Courier New"/>
                <a:cs typeface="Courier New"/>
                <a:sym typeface="Courier New"/>
              </a:rPr>
              <a:t>       &lt;</a:t>
            </a:r>
            <a:r>
              <a:rPr lang="en" sz="2200">
                <a:solidFill>
                  <a:srgbClr val="F92672"/>
                </a:solidFill>
                <a:highlight>
                  <a:srgbClr val="272822"/>
                </a:highlight>
                <a:latin typeface="Courier New"/>
                <a:ea typeface="Courier New"/>
                <a:cs typeface="Courier New"/>
                <a:sym typeface="Courier New"/>
              </a:rPr>
              <a:t>title</a:t>
            </a:r>
            <a:r>
              <a:rPr lang="en" sz="2200">
                <a:solidFill>
                  <a:srgbClr val="F8F8F2"/>
                </a:solidFill>
                <a:highlight>
                  <a:srgbClr val="272822"/>
                </a:highlight>
                <a:latin typeface="Courier New"/>
                <a:ea typeface="Courier New"/>
                <a:cs typeface="Courier New"/>
                <a:sym typeface="Courier New"/>
              </a:rPr>
              <a:t>&gt;My First Web Page&lt;/</a:t>
            </a:r>
            <a:r>
              <a:rPr lang="en" sz="2200">
                <a:solidFill>
                  <a:srgbClr val="F92672"/>
                </a:solidFill>
                <a:highlight>
                  <a:srgbClr val="272822"/>
                </a:highlight>
                <a:latin typeface="Courier New"/>
                <a:ea typeface="Courier New"/>
                <a:cs typeface="Courier New"/>
                <a:sym typeface="Courier New"/>
              </a:rPr>
              <a:t>title</a:t>
            </a:r>
            <a:r>
              <a:rPr lang="en" sz="2200">
                <a:solidFill>
                  <a:srgbClr val="F8F8F2"/>
                </a:solidFill>
                <a:highlight>
                  <a:srgbClr val="272822"/>
                </a:highlight>
                <a:latin typeface="Courier New"/>
                <a:ea typeface="Courier New"/>
                <a:cs typeface="Courier New"/>
                <a:sym typeface="Courier New"/>
              </a:rPr>
              <a:t>&gt;</a:t>
            </a:r>
            <a:endParaRPr sz="22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2200">
                <a:solidFill>
                  <a:srgbClr val="F8F8F2"/>
                </a:solidFill>
                <a:highlight>
                  <a:srgbClr val="272822"/>
                </a:highlight>
                <a:latin typeface="Courier New"/>
                <a:ea typeface="Courier New"/>
                <a:cs typeface="Courier New"/>
                <a:sym typeface="Courier New"/>
              </a:rPr>
              <a:t>   &lt;/</a:t>
            </a:r>
            <a:r>
              <a:rPr lang="en" sz="2200">
                <a:solidFill>
                  <a:srgbClr val="F92672"/>
                </a:solidFill>
                <a:highlight>
                  <a:srgbClr val="272822"/>
                </a:highlight>
                <a:latin typeface="Courier New"/>
                <a:ea typeface="Courier New"/>
                <a:cs typeface="Courier New"/>
                <a:sym typeface="Courier New"/>
              </a:rPr>
              <a:t>head</a:t>
            </a:r>
            <a:r>
              <a:rPr lang="en" sz="2200">
                <a:solidFill>
                  <a:srgbClr val="F8F8F2"/>
                </a:solidFill>
                <a:highlight>
                  <a:srgbClr val="272822"/>
                </a:highlight>
                <a:latin typeface="Courier New"/>
                <a:ea typeface="Courier New"/>
                <a:cs typeface="Courier New"/>
                <a:sym typeface="Courier New"/>
              </a:rPr>
              <a:t>&gt;</a:t>
            </a:r>
            <a:endParaRPr sz="22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2200">
                <a:solidFill>
                  <a:srgbClr val="F8F8F2"/>
                </a:solidFill>
                <a:highlight>
                  <a:srgbClr val="272822"/>
                </a:highlight>
                <a:latin typeface="Courier New"/>
                <a:ea typeface="Courier New"/>
                <a:cs typeface="Courier New"/>
                <a:sym typeface="Courier New"/>
              </a:rPr>
              <a:t>   &lt;</a:t>
            </a:r>
            <a:r>
              <a:rPr lang="en" sz="2200">
                <a:solidFill>
                  <a:srgbClr val="F92672"/>
                </a:solidFill>
                <a:highlight>
                  <a:srgbClr val="272822"/>
                </a:highlight>
                <a:latin typeface="Courier New"/>
                <a:ea typeface="Courier New"/>
                <a:cs typeface="Courier New"/>
                <a:sym typeface="Courier New"/>
              </a:rPr>
              <a:t>body</a:t>
            </a:r>
            <a:r>
              <a:rPr lang="en" sz="2200">
                <a:solidFill>
                  <a:srgbClr val="F8F8F2"/>
                </a:solidFill>
                <a:highlight>
                  <a:srgbClr val="272822"/>
                </a:highlight>
                <a:latin typeface="Courier New"/>
                <a:ea typeface="Courier New"/>
                <a:cs typeface="Courier New"/>
                <a:sym typeface="Courier New"/>
              </a:rPr>
              <a:t>&gt;</a:t>
            </a:r>
            <a:endParaRPr sz="22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2200">
                <a:solidFill>
                  <a:srgbClr val="F8F8F2"/>
                </a:solidFill>
                <a:highlight>
                  <a:srgbClr val="272822"/>
                </a:highlight>
                <a:latin typeface="Courier New"/>
                <a:ea typeface="Courier New"/>
                <a:cs typeface="Courier New"/>
                <a:sym typeface="Courier New"/>
              </a:rPr>
              <a:t>       &lt;</a:t>
            </a:r>
            <a:r>
              <a:rPr lang="en" sz="2200">
                <a:solidFill>
                  <a:srgbClr val="F92672"/>
                </a:solidFill>
                <a:highlight>
                  <a:srgbClr val="272822"/>
                </a:highlight>
                <a:latin typeface="Courier New"/>
                <a:ea typeface="Courier New"/>
                <a:cs typeface="Courier New"/>
                <a:sym typeface="Courier New"/>
              </a:rPr>
              <a:t>h1</a:t>
            </a:r>
            <a:r>
              <a:rPr lang="en" sz="2200">
                <a:solidFill>
                  <a:srgbClr val="F8F8F2"/>
                </a:solidFill>
                <a:highlight>
                  <a:srgbClr val="272822"/>
                </a:highlight>
                <a:latin typeface="Courier New"/>
                <a:ea typeface="Courier New"/>
                <a:cs typeface="Courier New"/>
                <a:sym typeface="Courier New"/>
              </a:rPr>
              <a:t>&gt;Hello World&lt;/</a:t>
            </a:r>
            <a:r>
              <a:rPr lang="en" sz="2200">
                <a:solidFill>
                  <a:srgbClr val="F92672"/>
                </a:solidFill>
                <a:highlight>
                  <a:srgbClr val="272822"/>
                </a:highlight>
                <a:latin typeface="Courier New"/>
                <a:ea typeface="Courier New"/>
                <a:cs typeface="Courier New"/>
                <a:sym typeface="Courier New"/>
              </a:rPr>
              <a:t>h1</a:t>
            </a:r>
            <a:r>
              <a:rPr lang="en" sz="2200">
                <a:solidFill>
                  <a:srgbClr val="F8F8F2"/>
                </a:solidFill>
                <a:highlight>
                  <a:srgbClr val="272822"/>
                </a:highlight>
                <a:latin typeface="Courier New"/>
                <a:ea typeface="Courier New"/>
                <a:cs typeface="Courier New"/>
                <a:sym typeface="Courier New"/>
              </a:rPr>
              <a:t>&gt;</a:t>
            </a:r>
            <a:endParaRPr sz="22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2200">
                <a:solidFill>
                  <a:srgbClr val="F8F8F2"/>
                </a:solidFill>
                <a:highlight>
                  <a:srgbClr val="272822"/>
                </a:highlight>
                <a:latin typeface="Courier New"/>
                <a:ea typeface="Courier New"/>
                <a:cs typeface="Courier New"/>
                <a:sym typeface="Courier New"/>
              </a:rPr>
              <a:t>   &lt;/</a:t>
            </a:r>
            <a:r>
              <a:rPr lang="en" sz="2200">
                <a:solidFill>
                  <a:srgbClr val="F92672"/>
                </a:solidFill>
                <a:highlight>
                  <a:srgbClr val="272822"/>
                </a:highlight>
                <a:latin typeface="Courier New"/>
                <a:ea typeface="Courier New"/>
                <a:cs typeface="Courier New"/>
                <a:sym typeface="Courier New"/>
              </a:rPr>
              <a:t>body</a:t>
            </a:r>
            <a:r>
              <a:rPr lang="en" sz="2200">
                <a:solidFill>
                  <a:srgbClr val="F8F8F2"/>
                </a:solidFill>
                <a:highlight>
                  <a:srgbClr val="272822"/>
                </a:highlight>
                <a:latin typeface="Courier New"/>
                <a:ea typeface="Courier New"/>
                <a:cs typeface="Courier New"/>
                <a:sym typeface="Courier New"/>
              </a:rPr>
              <a:t>&gt;</a:t>
            </a:r>
            <a:endParaRPr sz="22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2200">
                <a:solidFill>
                  <a:srgbClr val="F8F8F2"/>
                </a:solidFill>
                <a:highlight>
                  <a:srgbClr val="272822"/>
                </a:highlight>
                <a:latin typeface="Courier New"/>
                <a:ea typeface="Courier New"/>
                <a:cs typeface="Courier New"/>
                <a:sym typeface="Courier New"/>
              </a:rPr>
              <a:t>&lt;/</a:t>
            </a:r>
            <a:r>
              <a:rPr lang="en" sz="2200">
                <a:solidFill>
                  <a:srgbClr val="F92672"/>
                </a:solidFill>
                <a:highlight>
                  <a:srgbClr val="272822"/>
                </a:highlight>
                <a:latin typeface="Courier New"/>
                <a:ea typeface="Courier New"/>
                <a:cs typeface="Courier New"/>
                <a:sym typeface="Courier New"/>
              </a:rPr>
              <a:t>html</a:t>
            </a:r>
            <a:r>
              <a:rPr lang="en" sz="2200">
                <a:solidFill>
                  <a:srgbClr val="F8F8F2"/>
                </a:solidFill>
                <a:highlight>
                  <a:srgbClr val="272822"/>
                </a:highlight>
                <a:latin typeface="Courier New"/>
                <a:ea typeface="Courier New"/>
                <a:cs typeface="Courier New"/>
                <a:sym typeface="Courier New"/>
              </a:rPr>
              <a:t>&gt;</a:t>
            </a:r>
            <a:endParaRPr sz="31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How to run?</a:t>
            </a:r>
            <a:endParaRPr/>
          </a:p>
        </p:txBody>
      </p:sp>
      <p:sp>
        <p:nvSpPr>
          <p:cNvPr id="154" name="Google Shape;154;p1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0"/>
              </a:spcBef>
              <a:spcAft>
                <a:spcPts val="1200"/>
              </a:spcAft>
              <a:buSzPts val="1800"/>
              <a:buNone/>
            </a:pPr>
            <a:r>
              <a:rPr lang="en"/>
              <a:t>Save the file name with anything you want, just make sure the extension is </a:t>
            </a:r>
            <a:r>
              <a:rPr lang="en">
                <a:latin typeface="Source Code Pro"/>
                <a:ea typeface="Source Code Pro"/>
                <a:cs typeface="Source Code Pro"/>
                <a:sym typeface="Source Code Pro"/>
              </a:rPr>
              <a:t>.html</a:t>
            </a:r>
            <a:r>
              <a:rPr lang="en"/>
              <a:t> (e.g. </a:t>
            </a:r>
            <a:r>
              <a:rPr lang="en">
                <a:latin typeface="Source Code Pro"/>
                <a:ea typeface="Source Code Pro"/>
                <a:cs typeface="Source Code Pro"/>
                <a:sym typeface="Source Code Pro"/>
              </a:rPr>
              <a:t>home.html</a:t>
            </a:r>
            <a:r>
              <a:rPr lang="en"/>
              <a:t>), then open the file in the web browser</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HTML (HyperText Markup Language)</a:t>
            </a:r>
            <a:endParaRPr/>
          </a:p>
        </p:txBody>
      </p:sp>
      <p:sp>
        <p:nvSpPr>
          <p:cNvPr id="160" name="Google Shape;160;p1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0"/>
              </a:spcBef>
              <a:spcAft>
                <a:spcPts val="1200"/>
              </a:spcAft>
              <a:buSzPts val="1800"/>
              <a:buNone/>
            </a:pPr>
            <a:r>
              <a:rPr lang="en"/>
              <a:t>Standard markup language for the web. It defines the basic structure of the web page. It consists of elements (which consist of tags, attributes, and contents)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Anatomy of HTML</a:t>
            </a:r>
            <a:endParaRPr/>
          </a:p>
        </p:txBody>
      </p:sp>
      <p:pic>
        <p:nvPicPr>
          <p:cNvPr id="166" name="Google Shape;166;p16"/>
          <p:cNvPicPr preferRelativeResize="0"/>
          <p:nvPr/>
        </p:nvPicPr>
        <p:blipFill rotWithShape="1">
          <a:blip r:embed="rId3">
            <a:alphaModFix/>
          </a:blip>
          <a:srcRect b="0" l="0" r="0" t="0"/>
          <a:stretch/>
        </p:blipFill>
        <p:spPr>
          <a:xfrm>
            <a:off x="661988" y="1357300"/>
            <a:ext cx="7820025" cy="24288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Attribute</a:t>
            </a:r>
            <a:endParaRPr/>
          </a:p>
        </p:txBody>
      </p:sp>
      <p:sp>
        <p:nvSpPr>
          <p:cNvPr id="172" name="Google Shape;172;p1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0"/>
              </a:spcBef>
              <a:spcAft>
                <a:spcPts val="0"/>
              </a:spcAft>
              <a:buSzPts val="1800"/>
              <a:buNone/>
            </a:pPr>
            <a:r>
              <a:rPr lang="en" sz="1900"/>
              <a:t>Sometimes tags are not enough to be used to design our web pages. As an example, we use image tag </a:t>
            </a:r>
            <a:r>
              <a:rPr b="1" lang="en" sz="1900"/>
              <a:t>&lt;img&gt;</a:t>
            </a:r>
            <a:r>
              <a:rPr lang="en" sz="1900"/>
              <a:t> directly, but we do not know which image to put and what size the image (width or length) to put on our page.</a:t>
            </a:r>
            <a:endParaRPr sz="1900"/>
          </a:p>
          <a:p>
            <a:pPr indent="0" lvl="0" marL="0" rtl="0" algn="just">
              <a:lnSpc>
                <a:spcPct val="115000"/>
              </a:lnSpc>
              <a:spcBef>
                <a:spcPts val="1200"/>
              </a:spcBef>
              <a:spcAft>
                <a:spcPts val="0"/>
              </a:spcAft>
              <a:buSzPts val="1800"/>
              <a:buNone/>
            </a:pPr>
            <a:r>
              <a:rPr lang="en" sz="1900"/>
              <a:t>Attributes are the characteristics of the tag that help us in defining additional characteristics for our HTML tag.</a:t>
            </a:r>
            <a:endParaRPr sz="1900"/>
          </a:p>
          <a:p>
            <a:pPr indent="0" lvl="0" marL="0" rtl="0" algn="just">
              <a:lnSpc>
                <a:spcPct val="115000"/>
              </a:lnSpc>
              <a:spcBef>
                <a:spcPts val="1200"/>
              </a:spcBef>
              <a:spcAft>
                <a:spcPts val="0"/>
              </a:spcAft>
              <a:buSzPts val="1800"/>
              <a:buNone/>
            </a:pPr>
            <a:r>
              <a:rPr lang="en" sz="1900"/>
              <a:t> </a:t>
            </a:r>
            <a:r>
              <a:rPr lang="en" sz="1900">
                <a:solidFill>
                  <a:srgbClr val="F8F8F2"/>
                </a:solidFill>
                <a:highlight>
                  <a:srgbClr val="272822"/>
                </a:highlight>
                <a:latin typeface="Courier New"/>
                <a:ea typeface="Courier New"/>
                <a:cs typeface="Courier New"/>
                <a:sym typeface="Courier New"/>
              </a:rPr>
              <a:t>&lt;</a:t>
            </a:r>
            <a:r>
              <a:rPr lang="en" sz="1900">
                <a:solidFill>
                  <a:srgbClr val="F92672"/>
                </a:solidFill>
                <a:highlight>
                  <a:srgbClr val="272822"/>
                </a:highlight>
                <a:latin typeface="Courier New"/>
                <a:ea typeface="Courier New"/>
                <a:cs typeface="Courier New"/>
                <a:sym typeface="Courier New"/>
              </a:rPr>
              <a:t>img</a:t>
            </a:r>
            <a:r>
              <a:rPr lang="en" sz="1900">
                <a:solidFill>
                  <a:srgbClr val="F8F8F2"/>
                </a:solidFill>
                <a:highlight>
                  <a:srgbClr val="272822"/>
                </a:highlight>
                <a:latin typeface="Courier New"/>
                <a:ea typeface="Courier New"/>
                <a:cs typeface="Courier New"/>
                <a:sym typeface="Courier New"/>
              </a:rPr>
              <a:t> </a:t>
            </a:r>
            <a:r>
              <a:rPr lang="en" sz="1900">
                <a:solidFill>
                  <a:srgbClr val="A6E22E"/>
                </a:solidFill>
                <a:highlight>
                  <a:srgbClr val="272822"/>
                </a:highlight>
                <a:latin typeface="Courier New"/>
                <a:ea typeface="Courier New"/>
                <a:cs typeface="Courier New"/>
                <a:sym typeface="Courier New"/>
              </a:rPr>
              <a:t>src</a:t>
            </a:r>
            <a:r>
              <a:rPr lang="en" sz="1900">
                <a:solidFill>
                  <a:srgbClr val="F8F8F2"/>
                </a:solidFill>
                <a:highlight>
                  <a:srgbClr val="272822"/>
                </a:highlight>
                <a:latin typeface="Courier New"/>
                <a:ea typeface="Courier New"/>
                <a:cs typeface="Courier New"/>
                <a:sym typeface="Courier New"/>
              </a:rPr>
              <a:t>=</a:t>
            </a:r>
            <a:r>
              <a:rPr lang="en" sz="1900">
                <a:solidFill>
                  <a:srgbClr val="E6DB74"/>
                </a:solidFill>
                <a:highlight>
                  <a:srgbClr val="272822"/>
                </a:highlight>
                <a:latin typeface="Courier New"/>
                <a:ea typeface="Courier New"/>
                <a:cs typeface="Courier New"/>
                <a:sym typeface="Courier New"/>
              </a:rPr>
              <a:t>"/path/to/image.jpg"</a:t>
            </a:r>
            <a:r>
              <a:rPr lang="en" sz="1900">
                <a:solidFill>
                  <a:srgbClr val="F8F8F2"/>
                </a:solidFill>
                <a:highlight>
                  <a:srgbClr val="272822"/>
                </a:highlight>
                <a:latin typeface="Courier New"/>
                <a:ea typeface="Courier New"/>
                <a:cs typeface="Courier New"/>
                <a:sym typeface="Courier New"/>
              </a:rPr>
              <a:t> </a:t>
            </a:r>
            <a:r>
              <a:rPr lang="en" sz="1900">
                <a:solidFill>
                  <a:srgbClr val="A6E22E"/>
                </a:solidFill>
                <a:highlight>
                  <a:srgbClr val="272822"/>
                </a:highlight>
                <a:latin typeface="Courier New"/>
                <a:ea typeface="Courier New"/>
                <a:cs typeface="Courier New"/>
                <a:sym typeface="Courier New"/>
              </a:rPr>
              <a:t>width</a:t>
            </a:r>
            <a:r>
              <a:rPr lang="en" sz="1900">
                <a:solidFill>
                  <a:srgbClr val="F8F8F2"/>
                </a:solidFill>
                <a:highlight>
                  <a:srgbClr val="272822"/>
                </a:highlight>
                <a:latin typeface="Courier New"/>
                <a:ea typeface="Courier New"/>
                <a:cs typeface="Courier New"/>
                <a:sym typeface="Courier New"/>
              </a:rPr>
              <a:t>=</a:t>
            </a:r>
            <a:r>
              <a:rPr lang="en" sz="1900">
                <a:solidFill>
                  <a:srgbClr val="E6DB74"/>
                </a:solidFill>
                <a:highlight>
                  <a:srgbClr val="272822"/>
                </a:highlight>
                <a:latin typeface="Courier New"/>
                <a:ea typeface="Courier New"/>
                <a:cs typeface="Courier New"/>
                <a:sym typeface="Courier New"/>
              </a:rPr>
              <a:t>"100"</a:t>
            </a:r>
            <a:r>
              <a:rPr lang="en" sz="1900">
                <a:solidFill>
                  <a:srgbClr val="F8F8F2"/>
                </a:solidFill>
                <a:highlight>
                  <a:srgbClr val="272822"/>
                </a:highlight>
                <a:latin typeface="Courier New"/>
                <a:ea typeface="Courier New"/>
                <a:cs typeface="Courier New"/>
                <a:sym typeface="Courier New"/>
              </a:rPr>
              <a:t> </a:t>
            </a:r>
            <a:r>
              <a:rPr lang="en" sz="1900">
                <a:solidFill>
                  <a:srgbClr val="A6E22E"/>
                </a:solidFill>
                <a:highlight>
                  <a:srgbClr val="272822"/>
                </a:highlight>
                <a:latin typeface="Courier New"/>
                <a:ea typeface="Courier New"/>
                <a:cs typeface="Courier New"/>
                <a:sym typeface="Courier New"/>
              </a:rPr>
              <a:t>length</a:t>
            </a:r>
            <a:r>
              <a:rPr lang="en" sz="1900">
                <a:solidFill>
                  <a:srgbClr val="F8F8F2"/>
                </a:solidFill>
                <a:highlight>
                  <a:srgbClr val="272822"/>
                </a:highlight>
                <a:latin typeface="Courier New"/>
                <a:ea typeface="Courier New"/>
                <a:cs typeface="Courier New"/>
                <a:sym typeface="Courier New"/>
              </a:rPr>
              <a:t>=</a:t>
            </a:r>
            <a:r>
              <a:rPr lang="en" sz="1900">
                <a:solidFill>
                  <a:srgbClr val="E6DB74"/>
                </a:solidFill>
                <a:highlight>
                  <a:srgbClr val="272822"/>
                </a:highlight>
                <a:latin typeface="Courier New"/>
                <a:ea typeface="Courier New"/>
                <a:cs typeface="Courier New"/>
                <a:sym typeface="Courier New"/>
              </a:rPr>
              <a:t>"100"</a:t>
            </a:r>
            <a:r>
              <a:rPr lang="en" sz="1900">
                <a:solidFill>
                  <a:srgbClr val="F8F8F2"/>
                </a:solidFill>
                <a:highlight>
                  <a:srgbClr val="272822"/>
                </a:highlight>
                <a:latin typeface="Courier New"/>
                <a:ea typeface="Courier New"/>
                <a:cs typeface="Courier New"/>
                <a:sym typeface="Courier New"/>
              </a:rPr>
              <a:t>/&gt;</a:t>
            </a:r>
            <a:endParaRPr sz="1900">
              <a:solidFill>
                <a:srgbClr val="F8F8F2"/>
              </a:solidFill>
              <a:highlight>
                <a:srgbClr val="272822"/>
              </a:highlight>
              <a:latin typeface="Courier New"/>
              <a:ea typeface="Courier New"/>
              <a:cs typeface="Courier New"/>
              <a:sym typeface="Courier New"/>
            </a:endParaRPr>
          </a:p>
          <a:p>
            <a:pPr indent="0" lvl="0" marL="0" rtl="0" algn="just">
              <a:lnSpc>
                <a:spcPct val="115000"/>
              </a:lnSpc>
              <a:spcBef>
                <a:spcPts val="1200"/>
              </a:spcBef>
              <a:spcAft>
                <a:spcPts val="1200"/>
              </a:spcAft>
              <a:buSzPts val="1800"/>
              <a:buNone/>
            </a:pPr>
            <a:r>
              <a:t/>
            </a:r>
            <a:endParaRPr sz="19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Starting up</a:t>
            </a:r>
            <a:endParaRPr/>
          </a:p>
        </p:txBody>
      </p:sp>
      <p:sp>
        <p:nvSpPr>
          <p:cNvPr id="178" name="Google Shape;178;p1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0"/>
              </a:spcBef>
              <a:spcAft>
                <a:spcPts val="1200"/>
              </a:spcAft>
              <a:buSzPts val="1800"/>
              <a:buNone/>
            </a:pPr>
            <a:r>
              <a:rPr lang="en"/>
              <a:t>To create HTML web page, we need to use a text editor and web browser. To start creating an HTML page, create a new file and save it as “index.html” in your designated folder. To show the result, we just need to right click on the file then open with a web browser.</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HTML5</a:t>
            </a:r>
            <a:endParaRPr/>
          </a:p>
        </p:txBody>
      </p:sp>
      <p:sp>
        <p:nvSpPr>
          <p:cNvPr id="184" name="Google Shape;184;p1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0"/>
              </a:spcBef>
              <a:spcAft>
                <a:spcPts val="0"/>
              </a:spcAft>
              <a:buSzPts val="1800"/>
              <a:buNone/>
            </a:pPr>
            <a:r>
              <a:rPr lang="en"/>
              <a:t>HTML has been there since a long time, and as other languages, it evolves. Now it is named HTML5. Before HTML5, we cannot embed media tags such as video and audio easily without Flash player. Another thing is we have more easy-to-use new tags, and so on.</a:t>
            </a:r>
            <a:endParaRPr/>
          </a:p>
          <a:p>
            <a:pPr indent="0" lvl="0" marL="0" rtl="0" algn="just">
              <a:lnSpc>
                <a:spcPct val="115000"/>
              </a:lnSpc>
              <a:spcBef>
                <a:spcPts val="1200"/>
              </a:spcBef>
              <a:spcAft>
                <a:spcPts val="0"/>
              </a:spcAft>
              <a:buSzPts val="1800"/>
              <a:buNone/>
            </a:pPr>
            <a:r>
              <a:t/>
            </a:r>
            <a:endParaRPr/>
          </a:p>
          <a:p>
            <a:pPr indent="0" lvl="0" marL="0" rtl="0" algn="just">
              <a:lnSpc>
                <a:spcPct val="115000"/>
              </a:lnSpc>
              <a:spcBef>
                <a:spcPts val="1200"/>
              </a:spcBef>
              <a:spcAft>
                <a:spcPts val="0"/>
              </a:spcAft>
              <a:buSzPts val="1800"/>
              <a:buNone/>
            </a:pPr>
            <a:r>
              <a:rPr lang="en" u="sng">
                <a:solidFill>
                  <a:schemeClr val="hlink"/>
                </a:solidFill>
                <a:hlinkClick r:id="rId3"/>
              </a:rPr>
              <a:t>https://www.geeksforgeeks.org/difference-between-html-and-html5/</a:t>
            </a:r>
            <a:endParaRPr/>
          </a:p>
          <a:p>
            <a:pPr indent="0" lvl="0" marL="0" rtl="0" algn="just">
              <a:lnSpc>
                <a:spcPct val="115000"/>
              </a:lnSpc>
              <a:spcBef>
                <a:spcPts val="1200"/>
              </a:spcBef>
              <a:spcAft>
                <a:spcPts val="1200"/>
              </a:spcAft>
              <a:buSzPts val="1800"/>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0"/>
          <p:cNvSpPr txBox="1"/>
          <p:nvPr>
            <p:ph type="ctrTitle"/>
          </p:nvPr>
        </p:nvSpPr>
        <p:spPr>
          <a:xfrm>
            <a:off x="510450" y="1257300"/>
            <a:ext cx="8123100" cy="15885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64815"/>
              <a:buNone/>
            </a:pPr>
            <a:r>
              <a:rPr lang="en"/>
              <a:t>Complete basic structure of HTML 5</a:t>
            </a:r>
            <a:endParaRPr/>
          </a:p>
        </p:txBody>
      </p:sp>
      <p:sp>
        <p:nvSpPr>
          <p:cNvPr id="190" name="Google Shape;190;p20"/>
          <p:cNvSpPr txBox="1"/>
          <p:nvPr>
            <p:ph idx="1" type="subTitle"/>
          </p:nvPr>
        </p:nvSpPr>
        <p:spPr>
          <a:xfrm>
            <a:off x="510450" y="3182313"/>
            <a:ext cx="8123100" cy="630000"/>
          </a:xfrm>
          <a:prstGeom prst="rect">
            <a:avLst/>
          </a:prstGeom>
          <a:solidFill>
            <a:schemeClr val="dk1"/>
          </a:solidFill>
          <a:ln>
            <a:noFill/>
          </a:ln>
        </p:spPr>
        <p:txBody>
          <a:bodyPr anchorCtr="0" anchor="t" bIns="91425" lIns="91425" spcFirstLastPara="1" rIns="91425" wrap="square" tIns="91425">
            <a:normAutofit fontScale="25000" lnSpcReduction="20000"/>
          </a:bodyPr>
          <a:lstStyle/>
          <a:p>
            <a:pPr indent="0" lvl="0" marL="0" rtl="0" algn="l">
              <a:lnSpc>
                <a:spcPct val="100000"/>
              </a:lnSpc>
              <a:spcBef>
                <a:spcPts val="0"/>
              </a:spcBef>
              <a:spcAft>
                <a:spcPts val="0"/>
              </a:spcAft>
              <a:buSzPct val="138462"/>
              <a:buNone/>
            </a:pPr>
            <a:r>
              <a:rPr lang="en" sz="1300">
                <a:solidFill>
                  <a:srgbClr val="F8F8F2"/>
                </a:solidFill>
                <a:highlight>
                  <a:srgbClr val="272822"/>
                </a:highlight>
                <a:latin typeface="Courier New"/>
                <a:ea typeface="Courier New"/>
                <a:cs typeface="Courier New"/>
                <a:sym typeface="Courier New"/>
              </a:rPr>
              <a:t>&lt;!-- this is a comment, !DOCTYPE is to tell web browser that the file is html5 file –-&gt;</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ct val="138462"/>
              <a:buNone/>
            </a:pPr>
            <a:r>
              <a:rPr lang="en" sz="1300">
                <a:solidFill>
                  <a:srgbClr val="F8F8F2"/>
                </a:solidFill>
                <a:highlight>
                  <a:srgbClr val="272822"/>
                </a:highlight>
                <a:latin typeface="Courier New"/>
                <a:ea typeface="Courier New"/>
                <a:cs typeface="Courier New"/>
                <a:sym typeface="Courier New"/>
              </a:rPr>
              <a:t>&lt;!</a:t>
            </a:r>
            <a:r>
              <a:rPr lang="en" sz="1300">
                <a:solidFill>
                  <a:srgbClr val="F92672"/>
                </a:solidFill>
                <a:highlight>
                  <a:srgbClr val="272822"/>
                </a:highlight>
                <a:latin typeface="Courier New"/>
                <a:ea typeface="Courier New"/>
                <a:cs typeface="Courier New"/>
                <a:sym typeface="Courier New"/>
              </a:rPr>
              <a:t>DOCTYPE</a:t>
            </a:r>
            <a:r>
              <a:rPr lang="en" sz="1300">
                <a:solidFill>
                  <a:srgbClr val="F8F8F2"/>
                </a:solidFill>
                <a:highlight>
                  <a:srgbClr val="272822"/>
                </a:highlight>
                <a:latin typeface="Courier New"/>
                <a:ea typeface="Courier New"/>
                <a:cs typeface="Courier New"/>
                <a:sym typeface="Courier New"/>
              </a:rPr>
              <a:t> </a:t>
            </a:r>
            <a:r>
              <a:rPr lang="en" sz="1300">
                <a:solidFill>
                  <a:srgbClr val="A6E22E"/>
                </a:solidFill>
                <a:highlight>
                  <a:srgbClr val="272822"/>
                </a:highlight>
                <a:latin typeface="Courier New"/>
                <a:ea typeface="Courier New"/>
                <a:cs typeface="Courier New"/>
                <a:sym typeface="Courier New"/>
              </a:rPr>
              <a:t>html</a:t>
            </a:r>
            <a:r>
              <a:rPr lang="en" sz="1300">
                <a:solidFill>
                  <a:srgbClr val="F8F8F2"/>
                </a:solidFill>
                <a:highlight>
                  <a:srgbClr val="272822"/>
                </a:highlight>
                <a:latin typeface="Courier New"/>
                <a:ea typeface="Courier New"/>
                <a:cs typeface="Courier New"/>
                <a:sym typeface="Courier New"/>
              </a:rPr>
              <a:t>&gt;</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ct val="138462"/>
              <a:buNone/>
            </a:pPr>
            <a:r>
              <a:rPr lang="en" sz="1300">
                <a:solidFill>
                  <a:srgbClr val="F8F8F2"/>
                </a:solidFill>
                <a:highlight>
                  <a:srgbClr val="272822"/>
                </a:highlight>
                <a:latin typeface="Courier New"/>
                <a:ea typeface="Courier New"/>
                <a:cs typeface="Courier New"/>
                <a:sym typeface="Courier New"/>
              </a:rPr>
              <a:t>&lt;</a:t>
            </a:r>
            <a:r>
              <a:rPr lang="en" sz="1300">
                <a:solidFill>
                  <a:srgbClr val="F92672"/>
                </a:solidFill>
                <a:highlight>
                  <a:srgbClr val="272822"/>
                </a:highlight>
                <a:latin typeface="Courier New"/>
                <a:ea typeface="Courier New"/>
                <a:cs typeface="Courier New"/>
                <a:sym typeface="Courier New"/>
              </a:rPr>
              <a:t>html</a:t>
            </a:r>
            <a:r>
              <a:rPr lang="en" sz="1300">
                <a:solidFill>
                  <a:srgbClr val="F8F8F2"/>
                </a:solidFill>
                <a:highlight>
                  <a:srgbClr val="272822"/>
                </a:highlight>
                <a:latin typeface="Courier New"/>
                <a:ea typeface="Courier New"/>
                <a:cs typeface="Courier New"/>
                <a:sym typeface="Courier New"/>
              </a:rPr>
              <a:t> </a:t>
            </a:r>
            <a:r>
              <a:rPr lang="en" sz="1300">
                <a:solidFill>
                  <a:srgbClr val="A6E22E"/>
                </a:solidFill>
                <a:highlight>
                  <a:srgbClr val="272822"/>
                </a:highlight>
                <a:latin typeface="Courier New"/>
                <a:ea typeface="Courier New"/>
                <a:cs typeface="Courier New"/>
                <a:sym typeface="Courier New"/>
              </a:rPr>
              <a:t>lang</a:t>
            </a:r>
            <a:r>
              <a:rPr lang="en" sz="1300">
                <a:solidFill>
                  <a:srgbClr val="F8F8F2"/>
                </a:solidFill>
                <a:highlight>
                  <a:srgbClr val="272822"/>
                </a:highlight>
                <a:latin typeface="Courier New"/>
                <a:ea typeface="Courier New"/>
                <a:cs typeface="Courier New"/>
                <a:sym typeface="Courier New"/>
              </a:rPr>
              <a:t>=</a:t>
            </a:r>
            <a:r>
              <a:rPr lang="en" sz="1300">
                <a:solidFill>
                  <a:srgbClr val="E6DB74"/>
                </a:solidFill>
                <a:highlight>
                  <a:srgbClr val="272822"/>
                </a:highlight>
                <a:latin typeface="Courier New"/>
                <a:ea typeface="Courier New"/>
                <a:cs typeface="Courier New"/>
                <a:sym typeface="Courier New"/>
              </a:rPr>
              <a:t>"en"</a:t>
            </a:r>
            <a:r>
              <a:rPr lang="en" sz="1300">
                <a:solidFill>
                  <a:srgbClr val="F8F8F2"/>
                </a:solidFill>
                <a:highlight>
                  <a:srgbClr val="272822"/>
                </a:highlight>
                <a:latin typeface="Courier New"/>
                <a:ea typeface="Courier New"/>
                <a:cs typeface="Courier New"/>
                <a:sym typeface="Courier New"/>
              </a:rPr>
              <a:t>&gt;</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ct val="138462"/>
              <a:buNone/>
            </a:pPr>
            <a:r>
              <a:rPr lang="en" sz="1300">
                <a:solidFill>
                  <a:srgbClr val="F8F8F2"/>
                </a:solidFill>
                <a:highlight>
                  <a:srgbClr val="272822"/>
                </a:highlight>
                <a:latin typeface="Courier New"/>
                <a:ea typeface="Courier New"/>
                <a:cs typeface="Courier New"/>
                <a:sym typeface="Courier New"/>
              </a:rPr>
              <a:t>&lt;</a:t>
            </a:r>
            <a:r>
              <a:rPr lang="en" sz="1300">
                <a:solidFill>
                  <a:srgbClr val="F92672"/>
                </a:solidFill>
                <a:highlight>
                  <a:srgbClr val="272822"/>
                </a:highlight>
                <a:latin typeface="Courier New"/>
                <a:ea typeface="Courier New"/>
                <a:cs typeface="Courier New"/>
                <a:sym typeface="Courier New"/>
              </a:rPr>
              <a:t>head</a:t>
            </a:r>
            <a:r>
              <a:rPr lang="en" sz="1300">
                <a:solidFill>
                  <a:srgbClr val="F8F8F2"/>
                </a:solidFill>
                <a:highlight>
                  <a:srgbClr val="272822"/>
                </a:highlight>
                <a:latin typeface="Courier New"/>
                <a:ea typeface="Courier New"/>
                <a:cs typeface="Courier New"/>
                <a:sym typeface="Courier New"/>
              </a:rPr>
              <a:t>&gt;</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ct val="138462"/>
              <a:buNone/>
            </a:pPr>
            <a:r>
              <a:rPr lang="en" sz="1300">
                <a:solidFill>
                  <a:srgbClr val="F8F8F2"/>
                </a:solidFill>
                <a:highlight>
                  <a:srgbClr val="272822"/>
                </a:highlight>
                <a:latin typeface="Courier New"/>
                <a:ea typeface="Courier New"/>
                <a:cs typeface="Courier New"/>
                <a:sym typeface="Courier New"/>
              </a:rPr>
              <a:t>   &lt;</a:t>
            </a:r>
            <a:r>
              <a:rPr lang="en" sz="1300">
                <a:solidFill>
                  <a:srgbClr val="F92672"/>
                </a:solidFill>
                <a:highlight>
                  <a:srgbClr val="272822"/>
                </a:highlight>
                <a:latin typeface="Courier New"/>
                <a:ea typeface="Courier New"/>
                <a:cs typeface="Courier New"/>
                <a:sym typeface="Courier New"/>
              </a:rPr>
              <a:t>meta</a:t>
            </a:r>
            <a:r>
              <a:rPr lang="en" sz="1300">
                <a:solidFill>
                  <a:srgbClr val="F8F8F2"/>
                </a:solidFill>
                <a:highlight>
                  <a:srgbClr val="272822"/>
                </a:highlight>
                <a:latin typeface="Courier New"/>
                <a:ea typeface="Courier New"/>
                <a:cs typeface="Courier New"/>
                <a:sym typeface="Courier New"/>
              </a:rPr>
              <a:t> </a:t>
            </a:r>
            <a:r>
              <a:rPr lang="en" sz="1300">
                <a:solidFill>
                  <a:srgbClr val="A6E22E"/>
                </a:solidFill>
                <a:highlight>
                  <a:srgbClr val="272822"/>
                </a:highlight>
                <a:latin typeface="Courier New"/>
                <a:ea typeface="Courier New"/>
                <a:cs typeface="Courier New"/>
                <a:sym typeface="Courier New"/>
              </a:rPr>
              <a:t>charset</a:t>
            </a:r>
            <a:r>
              <a:rPr lang="en" sz="1300">
                <a:solidFill>
                  <a:srgbClr val="F8F8F2"/>
                </a:solidFill>
                <a:highlight>
                  <a:srgbClr val="272822"/>
                </a:highlight>
                <a:latin typeface="Courier New"/>
                <a:ea typeface="Courier New"/>
                <a:cs typeface="Courier New"/>
                <a:sym typeface="Courier New"/>
              </a:rPr>
              <a:t>=</a:t>
            </a:r>
            <a:r>
              <a:rPr lang="en" sz="1300">
                <a:solidFill>
                  <a:srgbClr val="E6DB74"/>
                </a:solidFill>
                <a:highlight>
                  <a:srgbClr val="272822"/>
                </a:highlight>
                <a:latin typeface="Courier New"/>
                <a:ea typeface="Courier New"/>
                <a:cs typeface="Courier New"/>
                <a:sym typeface="Courier New"/>
              </a:rPr>
              <a:t>"UTF-8"</a:t>
            </a:r>
            <a:r>
              <a:rPr lang="en" sz="1300">
                <a:solidFill>
                  <a:srgbClr val="F8F8F2"/>
                </a:solidFill>
                <a:highlight>
                  <a:srgbClr val="272822"/>
                </a:highlight>
                <a:latin typeface="Courier New"/>
                <a:ea typeface="Courier New"/>
                <a:cs typeface="Courier New"/>
                <a:sym typeface="Courier New"/>
              </a:rPr>
              <a:t>&gt;</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ct val="138462"/>
              <a:buNone/>
            </a:pPr>
            <a:r>
              <a:rPr lang="en" sz="1300">
                <a:solidFill>
                  <a:srgbClr val="F8F8F2"/>
                </a:solidFill>
                <a:highlight>
                  <a:srgbClr val="272822"/>
                </a:highlight>
                <a:latin typeface="Courier New"/>
                <a:ea typeface="Courier New"/>
                <a:cs typeface="Courier New"/>
                <a:sym typeface="Courier New"/>
              </a:rPr>
              <a:t>   &lt;</a:t>
            </a:r>
            <a:r>
              <a:rPr lang="en" sz="1300">
                <a:solidFill>
                  <a:srgbClr val="F92672"/>
                </a:solidFill>
                <a:highlight>
                  <a:srgbClr val="272822"/>
                </a:highlight>
                <a:latin typeface="Courier New"/>
                <a:ea typeface="Courier New"/>
                <a:cs typeface="Courier New"/>
                <a:sym typeface="Courier New"/>
              </a:rPr>
              <a:t>meta</a:t>
            </a:r>
            <a:r>
              <a:rPr lang="en" sz="1300">
                <a:solidFill>
                  <a:srgbClr val="F8F8F2"/>
                </a:solidFill>
                <a:highlight>
                  <a:srgbClr val="272822"/>
                </a:highlight>
                <a:latin typeface="Courier New"/>
                <a:ea typeface="Courier New"/>
                <a:cs typeface="Courier New"/>
                <a:sym typeface="Courier New"/>
              </a:rPr>
              <a:t> </a:t>
            </a:r>
            <a:r>
              <a:rPr lang="en" sz="1300">
                <a:solidFill>
                  <a:srgbClr val="A6E22E"/>
                </a:solidFill>
                <a:highlight>
                  <a:srgbClr val="272822"/>
                </a:highlight>
                <a:latin typeface="Courier New"/>
                <a:ea typeface="Courier New"/>
                <a:cs typeface="Courier New"/>
                <a:sym typeface="Courier New"/>
              </a:rPr>
              <a:t>name</a:t>
            </a:r>
            <a:r>
              <a:rPr lang="en" sz="1300">
                <a:solidFill>
                  <a:srgbClr val="F8F8F2"/>
                </a:solidFill>
                <a:highlight>
                  <a:srgbClr val="272822"/>
                </a:highlight>
                <a:latin typeface="Courier New"/>
                <a:ea typeface="Courier New"/>
                <a:cs typeface="Courier New"/>
                <a:sym typeface="Courier New"/>
              </a:rPr>
              <a:t>=</a:t>
            </a:r>
            <a:r>
              <a:rPr lang="en" sz="1300">
                <a:solidFill>
                  <a:srgbClr val="E6DB74"/>
                </a:solidFill>
                <a:highlight>
                  <a:srgbClr val="272822"/>
                </a:highlight>
                <a:latin typeface="Courier New"/>
                <a:ea typeface="Courier New"/>
                <a:cs typeface="Courier New"/>
                <a:sym typeface="Courier New"/>
              </a:rPr>
              <a:t>"viewport"</a:t>
            </a:r>
            <a:r>
              <a:rPr lang="en" sz="1300">
                <a:solidFill>
                  <a:srgbClr val="F8F8F2"/>
                </a:solidFill>
                <a:highlight>
                  <a:srgbClr val="272822"/>
                </a:highlight>
                <a:latin typeface="Courier New"/>
                <a:ea typeface="Courier New"/>
                <a:cs typeface="Courier New"/>
                <a:sym typeface="Courier New"/>
              </a:rPr>
              <a:t> </a:t>
            </a:r>
            <a:r>
              <a:rPr lang="en" sz="1300">
                <a:solidFill>
                  <a:srgbClr val="A6E22E"/>
                </a:solidFill>
                <a:highlight>
                  <a:srgbClr val="272822"/>
                </a:highlight>
                <a:latin typeface="Courier New"/>
                <a:ea typeface="Courier New"/>
                <a:cs typeface="Courier New"/>
                <a:sym typeface="Courier New"/>
              </a:rPr>
              <a:t>content</a:t>
            </a:r>
            <a:r>
              <a:rPr lang="en" sz="1300">
                <a:solidFill>
                  <a:srgbClr val="F8F8F2"/>
                </a:solidFill>
                <a:highlight>
                  <a:srgbClr val="272822"/>
                </a:highlight>
                <a:latin typeface="Courier New"/>
                <a:ea typeface="Courier New"/>
                <a:cs typeface="Courier New"/>
                <a:sym typeface="Courier New"/>
              </a:rPr>
              <a:t>=</a:t>
            </a:r>
            <a:r>
              <a:rPr lang="en" sz="1300">
                <a:solidFill>
                  <a:srgbClr val="E6DB74"/>
                </a:solidFill>
                <a:highlight>
                  <a:srgbClr val="272822"/>
                </a:highlight>
                <a:latin typeface="Courier New"/>
                <a:ea typeface="Courier New"/>
                <a:cs typeface="Courier New"/>
                <a:sym typeface="Courier New"/>
              </a:rPr>
              <a:t>"width=device-width, initial-scale=1.0"</a:t>
            </a:r>
            <a:r>
              <a:rPr lang="en" sz="1300">
                <a:solidFill>
                  <a:srgbClr val="F8F8F2"/>
                </a:solidFill>
                <a:highlight>
                  <a:srgbClr val="272822"/>
                </a:highlight>
                <a:latin typeface="Courier New"/>
                <a:ea typeface="Courier New"/>
                <a:cs typeface="Courier New"/>
                <a:sym typeface="Courier New"/>
              </a:rPr>
              <a:t>&gt;</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ct val="138462"/>
              <a:buNone/>
            </a:pPr>
            <a:r>
              <a:rPr lang="en" sz="1300">
                <a:solidFill>
                  <a:srgbClr val="F8F8F2"/>
                </a:solidFill>
                <a:highlight>
                  <a:srgbClr val="272822"/>
                </a:highlight>
                <a:latin typeface="Courier New"/>
                <a:ea typeface="Courier New"/>
                <a:cs typeface="Courier New"/>
                <a:sym typeface="Courier New"/>
              </a:rPr>
              <a:t>   &lt;</a:t>
            </a:r>
            <a:r>
              <a:rPr lang="en" sz="1300">
                <a:solidFill>
                  <a:srgbClr val="F92672"/>
                </a:solidFill>
                <a:highlight>
                  <a:srgbClr val="272822"/>
                </a:highlight>
                <a:latin typeface="Courier New"/>
                <a:ea typeface="Courier New"/>
                <a:cs typeface="Courier New"/>
                <a:sym typeface="Courier New"/>
              </a:rPr>
              <a:t>title</a:t>
            </a:r>
            <a:r>
              <a:rPr lang="en" sz="1300">
                <a:solidFill>
                  <a:srgbClr val="F8F8F2"/>
                </a:solidFill>
                <a:highlight>
                  <a:srgbClr val="272822"/>
                </a:highlight>
                <a:latin typeface="Courier New"/>
                <a:ea typeface="Courier New"/>
                <a:cs typeface="Courier New"/>
                <a:sym typeface="Courier New"/>
              </a:rPr>
              <a:t>&gt;Document&lt;/</a:t>
            </a:r>
            <a:r>
              <a:rPr lang="en" sz="1300">
                <a:solidFill>
                  <a:srgbClr val="F92672"/>
                </a:solidFill>
                <a:highlight>
                  <a:srgbClr val="272822"/>
                </a:highlight>
                <a:latin typeface="Courier New"/>
                <a:ea typeface="Courier New"/>
                <a:cs typeface="Courier New"/>
                <a:sym typeface="Courier New"/>
              </a:rPr>
              <a:t>title</a:t>
            </a:r>
            <a:r>
              <a:rPr lang="en" sz="1300">
                <a:solidFill>
                  <a:srgbClr val="F8F8F2"/>
                </a:solidFill>
                <a:highlight>
                  <a:srgbClr val="272822"/>
                </a:highlight>
                <a:latin typeface="Courier New"/>
                <a:ea typeface="Courier New"/>
                <a:cs typeface="Courier New"/>
                <a:sym typeface="Courier New"/>
              </a:rPr>
              <a:t>&gt;</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ct val="138462"/>
              <a:buNone/>
            </a:pPr>
            <a:r>
              <a:rPr lang="en" sz="1300">
                <a:solidFill>
                  <a:srgbClr val="F8F8F2"/>
                </a:solidFill>
                <a:highlight>
                  <a:srgbClr val="272822"/>
                </a:highlight>
                <a:latin typeface="Courier New"/>
                <a:ea typeface="Courier New"/>
                <a:cs typeface="Courier New"/>
                <a:sym typeface="Courier New"/>
              </a:rPr>
              <a:t>&lt;/</a:t>
            </a:r>
            <a:r>
              <a:rPr lang="en" sz="1300">
                <a:solidFill>
                  <a:srgbClr val="F92672"/>
                </a:solidFill>
                <a:highlight>
                  <a:srgbClr val="272822"/>
                </a:highlight>
                <a:latin typeface="Courier New"/>
                <a:ea typeface="Courier New"/>
                <a:cs typeface="Courier New"/>
                <a:sym typeface="Courier New"/>
              </a:rPr>
              <a:t>head</a:t>
            </a:r>
            <a:r>
              <a:rPr lang="en" sz="1300">
                <a:solidFill>
                  <a:srgbClr val="F8F8F2"/>
                </a:solidFill>
                <a:highlight>
                  <a:srgbClr val="272822"/>
                </a:highlight>
                <a:latin typeface="Courier New"/>
                <a:ea typeface="Courier New"/>
                <a:cs typeface="Courier New"/>
                <a:sym typeface="Courier New"/>
              </a:rPr>
              <a:t>&gt;</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ct val="138462"/>
              <a:buNone/>
            </a:pPr>
            <a:r>
              <a:rPr lang="en" sz="1300">
                <a:solidFill>
                  <a:srgbClr val="F8F8F2"/>
                </a:solidFill>
                <a:highlight>
                  <a:srgbClr val="272822"/>
                </a:highlight>
                <a:latin typeface="Courier New"/>
                <a:ea typeface="Courier New"/>
                <a:cs typeface="Courier New"/>
                <a:sym typeface="Courier New"/>
              </a:rPr>
              <a:t>&lt;</a:t>
            </a:r>
            <a:r>
              <a:rPr lang="en" sz="1300">
                <a:solidFill>
                  <a:srgbClr val="F92672"/>
                </a:solidFill>
                <a:highlight>
                  <a:srgbClr val="272822"/>
                </a:highlight>
                <a:latin typeface="Courier New"/>
                <a:ea typeface="Courier New"/>
                <a:cs typeface="Courier New"/>
                <a:sym typeface="Courier New"/>
              </a:rPr>
              <a:t>body</a:t>
            </a:r>
            <a:r>
              <a:rPr lang="en" sz="1300">
                <a:solidFill>
                  <a:srgbClr val="F8F8F2"/>
                </a:solidFill>
                <a:highlight>
                  <a:srgbClr val="272822"/>
                </a:highlight>
                <a:latin typeface="Courier New"/>
                <a:ea typeface="Courier New"/>
                <a:cs typeface="Courier New"/>
                <a:sym typeface="Courier New"/>
              </a:rPr>
              <a:t>&gt;</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ct val="138462"/>
              <a:buNone/>
            </a:pPr>
            <a:r>
              <a:rPr lang="en" sz="1300">
                <a:solidFill>
                  <a:srgbClr val="F8F8F2"/>
                </a:solidFill>
                <a:highlight>
                  <a:srgbClr val="272822"/>
                </a:highlight>
                <a:latin typeface="Courier New"/>
                <a:ea typeface="Courier New"/>
                <a:cs typeface="Courier New"/>
                <a:sym typeface="Courier New"/>
              </a:rPr>
              <a:t>  </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ct val="138462"/>
              <a:buNone/>
            </a:pPr>
            <a:r>
              <a:rPr lang="en" sz="1300">
                <a:solidFill>
                  <a:srgbClr val="F8F8F2"/>
                </a:solidFill>
                <a:highlight>
                  <a:srgbClr val="272822"/>
                </a:highlight>
                <a:latin typeface="Courier New"/>
                <a:ea typeface="Courier New"/>
                <a:cs typeface="Courier New"/>
                <a:sym typeface="Courier New"/>
              </a:rPr>
              <a:t>&lt;/</a:t>
            </a:r>
            <a:r>
              <a:rPr lang="en" sz="1300">
                <a:solidFill>
                  <a:srgbClr val="F92672"/>
                </a:solidFill>
                <a:highlight>
                  <a:srgbClr val="272822"/>
                </a:highlight>
                <a:latin typeface="Courier New"/>
                <a:ea typeface="Courier New"/>
                <a:cs typeface="Courier New"/>
                <a:sym typeface="Courier New"/>
              </a:rPr>
              <a:t>body</a:t>
            </a:r>
            <a:r>
              <a:rPr lang="en" sz="1300">
                <a:solidFill>
                  <a:srgbClr val="F8F8F2"/>
                </a:solidFill>
                <a:highlight>
                  <a:srgbClr val="272822"/>
                </a:highlight>
                <a:latin typeface="Courier New"/>
                <a:ea typeface="Courier New"/>
                <a:cs typeface="Courier New"/>
                <a:sym typeface="Courier New"/>
              </a:rPr>
              <a:t>&gt;</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ct val="138462"/>
              <a:buNone/>
            </a:pPr>
            <a:r>
              <a:rPr lang="en" sz="1300">
                <a:solidFill>
                  <a:srgbClr val="F8F8F2"/>
                </a:solidFill>
                <a:highlight>
                  <a:srgbClr val="272822"/>
                </a:highlight>
                <a:latin typeface="Courier New"/>
                <a:ea typeface="Courier New"/>
                <a:cs typeface="Courier New"/>
                <a:sym typeface="Courier New"/>
              </a:rPr>
              <a:t>&lt;/</a:t>
            </a:r>
            <a:r>
              <a:rPr lang="en" sz="1300">
                <a:solidFill>
                  <a:srgbClr val="F92672"/>
                </a:solidFill>
                <a:highlight>
                  <a:srgbClr val="272822"/>
                </a:highlight>
                <a:latin typeface="Courier New"/>
                <a:ea typeface="Courier New"/>
                <a:cs typeface="Courier New"/>
                <a:sym typeface="Courier New"/>
              </a:rPr>
              <a:t>html</a:t>
            </a:r>
            <a:r>
              <a:rPr lang="en" sz="1300">
                <a:solidFill>
                  <a:srgbClr val="F8F8F2"/>
                </a:solidFill>
                <a:highlight>
                  <a:srgbClr val="272822"/>
                </a:highlight>
                <a:latin typeface="Courier New"/>
                <a:ea typeface="Courier New"/>
                <a:cs typeface="Courier New"/>
                <a:sym typeface="Courier New"/>
              </a:rPr>
              <a:t>&gt;</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1200"/>
              </a:spcAft>
              <a:buSzPct val="81818"/>
              <a:buNone/>
            </a:pPr>
            <a:r>
              <a:t/>
            </a:r>
            <a:endParaRPr sz="22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Meta tag</a:t>
            </a:r>
            <a:endParaRPr/>
          </a:p>
        </p:txBody>
      </p:sp>
      <p:sp>
        <p:nvSpPr>
          <p:cNvPr id="196" name="Google Shape;196;p2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0"/>
              </a:spcBef>
              <a:spcAft>
                <a:spcPts val="0"/>
              </a:spcAft>
              <a:buSzPts val="1800"/>
              <a:buNone/>
            </a:pPr>
            <a:r>
              <a:rPr lang="en"/>
              <a:t>Defines the metadata of the html document. The contents will not be shown on the page, but it is still parseable. The main usage of the meta tag is to put the description of our web pages, the author, encoding, etc. Meta tag will also help us in Search Engine Optimization (SEO) to make our web page visible in search engine results pages.</a:t>
            </a:r>
            <a:endParaRPr/>
          </a:p>
          <a:p>
            <a:pPr indent="0" lvl="0" marL="0" rtl="0" algn="just">
              <a:lnSpc>
                <a:spcPct val="100000"/>
              </a:lnSpc>
              <a:spcBef>
                <a:spcPts val="1200"/>
              </a:spcBef>
              <a:spcAft>
                <a:spcPts val="0"/>
              </a:spcAft>
              <a:buSzPts val="1800"/>
              <a:buNone/>
            </a:pPr>
            <a:r>
              <a:t/>
            </a:r>
            <a:endParaRPr>
              <a:solidFill>
                <a:srgbClr val="0000CD"/>
              </a:solidFill>
              <a:latin typeface="Source Code Pro"/>
              <a:ea typeface="Source Code Pro"/>
              <a:cs typeface="Source Code Pro"/>
              <a:sym typeface="Source Code Pr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Meta</a:t>
            </a:r>
            <a:endParaRPr/>
          </a:p>
        </p:txBody>
      </p:sp>
      <p:sp>
        <p:nvSpPr>
          <p:cNvPr id="202" name="Google Shape;202;p2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0"/>
              </a:spcBef>
              <a:spcAft>
                <a:spcPts val="0"/>
              </a:spcAft>
              <a:buSzPts val="1800"/>
              <a:buNone/>
            </a:pPr>
            <a:r>
              <a:rPr lang="en"/>
              <a:t>Meta tags are put inside </a:t>
            </a:r>
            <a:r>
              <a:rPr lang="en">
                <a:latin typeface="Source Code Pro"/>
                <a:ea typeface="Source Code Pro"/>
                <a:cs typeface="Source Code Pro"/>
                <a:sym typeface="Source Code Pro"/>
              </a:rPr>
              <a:t>&lt;head&gt;</a:t>
            </a:r>
            <a:r>
              <a:rPr lang="en"/>
              <a:t> tag of the html document</a:t>
            </a:r>
            <a:endParaRPr/>
          </a:p>
          <a:p>
            <a:pPr indent="0" lvl="0" marL="0" rtl="0" algn="just">
              <a:lnSpc>
                <a:spcPct val="100000"/>
              </a:lnSpc>
              <a:spcBef>
                <a:spcPts val="1200"/>
              </a:spcBef>
              <a:spcAft>
                <a:spcPts val="0"/>
              </a:spcAft>
              <a:buSzPts val="1800"/>
              <a:buNone/>
            </a:pPr>
            <a:r>
              <a:rPr lang="en">
                <a:solidFill>
                  <a:srgbClr val="0000CD"/>
                </a:solidFill>
                <a:latin typeface="Source Code Pro"/>
                <a:ea typeface="Source Code Pro"/>
                <a:cs typeface="Source Code Pro"/>
                <a:sym typeface="Source Code Pro"/>
              </a:rPr>
              <a:t>&lt;</a:t>
            </a:r>
            <a:r>
              <a:rPr lang="en">
                <a:solidFill>
                  <a:srgbClr val="A52A2A"/>
                </a:solidFill>
                <a:latin typeface="Source Code Pro"/>
                <a:ea typeface="Source Code Pro"/>
                <a:cs typeface="Source Code Pro"/>
                <a:sym typeface="Source Code Pro"/>
              </a:rPr>
              <a:t>meta</a:t>
            </a:r>
            <a:r>
              <a:rPr lang="en">
                <a:solidFill>
                  <a:srgbClr val="FF0000"/>
                </a:solidFill>
                <a:latin typeface="Source Code Pro"/>
                <a:ea typeface="Source Code Pro"/>
                <a:cs typeface="Source Code Pro"/>
                <a:sym typeface="Source Code Pro"/>
              </a:rPr>
              <a:t> charset</a:t>
            </a:r>
            <a:r>
              <a:rPr lang="en">
                <a:solidFill>
                  <a:srgbClr val="0000CD"/>
                </a:solidFill>
                <a:latin typeface="Source Code Pro"/>
                <a:ea typeface="Source Code Pro"/>
                <a:cs typeface="Source Code Pro"/>
                <a:sym typeface="Source Code Pro"/>
              </a:rPr>
              <a:t>="UTF-8"&gt;</a:t>
            </a:r>
            <a:endParaRPr>
              <a:solidFill>
                <a:srgbClr val="0000CD"/>
              </a:solidFill>
              <a:latin typeface="Source Code Pro"/>
              <a:ea typeface="Source Code Pro"/>
              <a:cs typeface="Source Code Pro"/>
              <a:sym typeface="Source Code Pro"/>
            </a:endParaRPr>
          </a:p>
          <a:p>
            <a:pPr indent="0" lvl="0" marL="0" rtl="0" algn="just">
              <a:lnSpc>
                <a:spcPct val="100000"/>
              </a:lnSpc>
              <a:spcBef>
                <a:spcPts val="0"/>
              </a:spcBef>
              <a:spcAft>
                <a:spcPts val="0"/>
              </a:spcAft>
              <a:buSzPts val="1800"/>
              <a:buNone/>
            </a:pPr>
            <a:r>
              <a:rPr lang="en" sz="1900">
                <a:solidFill>
                  <a:srgbClr val="0000CD"/>
                </a:solidFill>
                <a:latin typeface="Source Code Pro"/>
                <a:ea typeface="Source Code Pro"/>
                <a:cs typeface="Source Code Pro"/>
                <a:sym typeface="Source Code Pro"/>
              </a:rPr>
              <a:t>&lt;</a:t>
            </a:r>
            <a:r>
              <a:rPr lang="en" sz="1900">
                <a:solidFill>
                  <a:srgbClr val="A52A2A"/>
                </a:solidFill>
                <a:latin typeface="Source Code Pro"/>
                <a:ea typeface="Source Code Pro"/>
                <a:cs typeface="Source Code Pro"/>
                <a:sym typeface="Source Code Pro"/>
              </a:rPr>
              <a:t>meta</a:t>
            </a:r>
            <a:r>
              <a:rPr lang="en" sz="1900">
                <a:solidFill>
                  <a:srgbClr val="FF0000"/>
                </a:solidFill>
                <a:latin typeface="Source Code Pro"/>
                <a:ea typeface="Source Code Pro"/>
                <a:cs typeface="Source Code Pro"/>
                <a:sym typeface="Source Code Pro"/>
              </a:rPr>
              <a:t> name</a:t>
            </a:r>
            <a:r>
              <a:rPr lang="en" sz="1900">
                <a:solidFill>
                  <a:srgbClr val="0000CD"/>
                </a:solidFill>
                <a:latin typeface="Source Code Pro"/>
                <a:ea typeface="Source Code Pro"/>
                <a:cs typeface="Source Code Pro"/>
                <a:sym typeface="Source Code Pro"/>
              </a:rPr>
              <a:t>="description"</a:t>
            </a:r>
            <a:r>
              <a:rPr lang="en" sz="1900">
                <a:solidFill>
                  <a:srgbClr val="FF0000"/>
                </a:solidFill>
                <a:latin typeface="Source Code Pro"/>
                <a:ea typeface="Source Code Pro"/>
                <a:cs typeface="Source Code Pro"/>
                <a:sym typeface="Source Code Pro"/>
              </a:rPr>
              <a:t> content</a:t>
            </a:r>
            <a:r>
              <a:rPr lang="en" sz="1900">
                <a:solidFill>
                  <a:srgbClr val="0000CD"/>
                </a:solidFill>
                <a:latin typeface="Source Code Pro"/>
                <a:ea typeface="Source Code Pro"/>
                <a:cs typeface="Source Code Pro"/>
                <a:sym typeface="Source Code Pro"/>
              </a:rPr>
              <a:t>="Free Web tutorials"&gt;</a:t>
            </a:r>
            <a:endParaRPr sz="1900">
              <a:solidFill>
                <a:srgbClr val="0000CD"/>
              </a:solidFill>
              <a:latin typeface="Source Code Pro"/>
              <a:ea typeface="Source Code Pro"/>
              <a:cs typeface="Source Code Pro"/>
              <a:sym typeface="Source Code Pro"/>
            </a:endParaRPr>
          </a:p>
          <a:p>
            <a:pPr indent="0" lvl="0" marL="0" rtl="0" algn="just">
              <a:lnSpc>
                <a:spcPct val="100000"/>
              </a:lnSpc>
              <a:spcBef>
                <a:spcPts val="0"/>
              </a:spcBef>
              <a:spcAft>
                <a:spcPts val="0"/>
              </a:spcAft>
              <a:buSzPts val="1800"/>
              <a:buNone/>
            </a:pPr>
            <a:r>
              <a:rPr lang="en" sz="1900">
                <a:solidFill>
                  <a:srgbClr val="0000CD"/>
                </a:solidFill>
                <a:latin typeface="Source Code Pro"/>
                <a:ea typeface="Source Code Pro"/>
                <a:cs typeface="Source Code Pro"/>
                <a:sym typeface="Source Code Pro"/>
              </a:rPr>
              <a:t>&lt;</a:t>
            </a:r>
            <a:r>
              <a:rPr lang="en" sz="1900">
                <a:solidFill>
                  <a:srgbClr val="A52A2A"/>
                </a:solidFill>
                <a:latin typeface="Source Code Pro"/>
                <a:ea typeface="Source Code Pro"/>
                <a:cs typeface="Source Code Pro"/>
                <a:sym typeface="Source Code Pro"/>
              </a:rPr>
              <a:t>meta</a:t>
            </a:r>
            <a:r>
              <a:rPr lang="en" sz="1900">
                <a:solidFill>
                  <a:srgbClr val="FF0000"/>
                </a:solidFill>
                <a:latin typeface="Source Code Pro"/>
                <a:ea typeface="Source Code Pro"/>
                <a:cs typeface="Source Code Pro"/>
                <a:sym typeface="Source Code Pro"/>
              </a:rPr>
              <a:t> name</a:t>
            </a:r>
            <a:r>
              <a:rPr lang="en" sz="1900">
                <a:solidFill>
                  <a:srgbClr val="0000CD"/>
                </a:solidFill>
                <a:latin typeface="Source Code Pro"/>
                <a:ea typeface="Source Code Pro"/>
                <a:cs typeface="Source Code Pro"/>
                <a:sym typeface="Source Code Pro"/>
              </a:rPr>
              <a:t>="keywords"</a:t>
            </a:r>
            <a:r>
              <a:rPr lang="en" sz="1900">
                <a:solidFill>
                  <a:srgbClr val="FF0000"/>
                </a:solidFill>
                <a:latin typeface="Source Code Pro"/>
                <a:ea typeface="Source Code Pro"/>
                <a:cs typeface="Source Code Pro"/>
                <a:sym typeface="Source Code Pro"/>
              </a:rPr>
              <a:t> content</a:t>
            </a:r>
            <a:r>
              <a:rPr lang="en" sz="1900">
                <a:solidFill>
                  <a:srgbClr val="0000CD"/>
                </a:solidFill>
                <a:latin typeface="Source Code Pro"/>
                <a:ea typeface="Source Code Pro"/>
                <a:cs typeface="Source Code Pro"/>
                <a:sym typeface="Source Code Pro"/>
              </a:rPr>
              <a:t>="HTML, CSS, JavaScript"&gt;</a:t>
            </a:r>
            <a:endParaRPr sz="1900">
              <a:solidFill>
                <a:srgbClr val="0000CD"/>
              </a:solidFill>
              <a:latin typeface="Source Code Pro"/>
              <a:ea typeface="Source Code Pro"/>
              <a:cs typeface="Source Code Pro"/>
              <a:sym typeface="Source Code Pro"/>
            </a:endParaRPr>
          </a:p>
          <a:p>
            <a:pPr indent="0" lvl="0" marL="0" rtl="0" algn="just">
              <a:lnSpc>
                <a:spcPct val="100000"/>
              </a:lnSpc>
              <a:spcBef>
                <a:spcPts val="0"/>
              </a:spcBef>
              <a:spcAft>
                <a:spcPts val="0"/>
              </a:spcAft>
              <a:buSzPts val="1800"/>
              <a:buNone/>
            </a:pPr>
            <a:r>
              <a:rPr lang="en" sz="1900">
                <a:solidFill>
                  <a:srgbClr val="0000CD"/>
                </a:solidFill>
                <a:latin typeface="Source Code Pro"/>
                <a:ea typeface="Source Code Pro"/>
                <a:cs typeface="Source Code Pro"/>
                <a:sym typeface="Source Code Pro"/>
              </a:rPr>
              <a:t>&lt;</a:t>
            </a:r>
            <a:r>
              <a:rPr lang="en" sz="1900">
                <a:solidFill>
                  <a:srgbClr val="A52A2A"/>
                </a:solidFill>
                <a:latin typeface="Source Code Pro"/>
                <a:ea typeface="Source Code Pro"/>
                <a:cs typeface="Source Code Pro"/>
                <a:sym typeface="Source Code Pro"/>
              </a:rPr>
              <a:t>meta</a:t>
            </a:r>
            <a:r>
              <a:rPr lang="en" sz="1900">
                <a:solidFill>
                  <a:srgbClr val="FF0000"/>
                </a:solidFill>
                <a:latin typeface="Source Code Pro"/>
                <a:ea typeface="Source Code Pro"/>
                <a:cs typeface="Source Code Pro"/>
                <a:sym typeface="Source Code Pro"/>
              </a:rPr>
              <a:t> name</a:t>
            </a:r>
            <a:r>
              <a:rPr lang="en" sz="1900">
                <a:solidFill>
                  <a:srgbClr val="0000CD"/>
                </a:solidFill>
                <a:latin typeface="Source Code Pro"/>
                <a:ea typeface="Source Code Pro"/>
                <a:cs typeface="Source Code Pro"/>
                <a:sym typeface="Source Code Pro"/>
              </a:rPr>
              <a:t>="author"</a:t>
            </a:r>
            <a:r>
              <a:rPr lang="en" sz="1900">
                <a:solidFill>
                  <a:srgbClr val="FF0000"/>
                </a:solidFill>
                <a:latin typeface="Source Code Pro"/>
                <a:ea typeface="Source Code Pro"/>
                <a:cs typeface="Source Code Pro"/>
                <a:sym typeface="Source Code Pro"/>
              </a:rPr>
              <a:t> content</a:t>
            </a:r>
            <a:r>
              <a:rPr lang="en" sz="1900">
                <a:solidFill>
                  <a:srgbClr val="0000CD"/>
                </a:solidFill>
                <a:latin typeface="Source Code Pro"/>
                <a:ea typeface="Source Code Pro"/>
                <a:cs typeface="Source Code Pro"/>
                <a:sym typeface="Source Code Pro"/>
              </a:rPr>
              <a:t>="John Doe"&gt;</a:t>
            </a:r>
            <a:endParaRPr sz="22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Before we go on</a:t>
            </a:r>
            <a:endParaRPr/>
          </a:p>
        </p:txBody>
      </p:sp>
      <p:sp>
        <p:nvSpPr>
          <p:cNvPr id="208" name="Google Shape;208;p2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0"/>
              </a:spcBef>
              <a:spcAft>
                <a:spcPts val="0"/>
              </a:spcAft>
              <a:buSzPts val="1800"/>
              <a:buNone/>
            </a:pPr>
            <a:r>
              <a:rPr lang="en"/>
              <a:t>HTML tags usually follow several conventions:</a:t>
            </a:r>
            <a:endParaRPr/>
          </a:p>
          <a:p>
            <a:pPr indent="-342900" lvl="0" marL="457200" rtl="0" algn="just">
              <a:lnSpc>
                <a:spcPct val="115000"/>
              </a:lnSpc>
              <a:spcBef>
                <a:spcPts val="1200"/>
              </a:spcBef>
              <a:spcAft>
                <a:spcPts val="0"/>
              </a:spcAft>
              <a:buSzPts val="1800"/>
              <a:buAutoNum type="arabicPeriod"/>
            </a:pPr>
            <a:r>
              <a:rPr lang="en"/>
              <a:t>Use lowercase letters in the tags</a:t>
            </a:r>
            <a:endParaRPr/>
          </a:p>
          <a:p>
            <a:pPr indent="-342900" lvl="0" marL="457200" rtl="0" algn="just">
              <a:lnSpc>
                <a:spcPct val="115000"/>
              </a:lnSpc>
              <a:spcBef>
                <a:spcPts val="0"/>
              </a:spcBef>
              <a:spcAft>
                <a:spcPts val="0"/>
              </a:spcAft>
              <a:buSzPts val="1800"/>
              <a:buAutoNum type="arabicPeriod"/>
            </a:pPr>
            <a:r>
              <a:rPr lang="en"/>
              <a:t>Use double quotes or single quotation marks for attributes</a:t>
            </a:r>
            <a:endParaRPr/>
          </a:p>
          <a:p>
            <a:pPr indent="-342900" lvl="0" marL="457200" rtl="0" algn="just">
              <a:lnSpc>
                <a:spcPct val="115000"/>
              </a:lnSpc>
              <a:spcBef>
                <a:spcPts val="0"/>
              </a:spcBef>
              <a:spcAft>
                <a:spcPts val="0"/>
              </a:spcAft>
              <a:buSzPts val="1800"/>
              <a:buAutoNum type="arabicPeriod"/>
            </a:pPr>
            <a:r>
              <a:rPr lang="en"/>
              <a:t>Every open tag must be closed with the same tag (except several standalone tags)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Comments</a:t>
            </a:r>
            <a:endParaRPr/>
          </a:p>
        </p:txBody>
      </p:sp>
      <p:sp>
        <p:nvSpPr>
          <p:cNvPr id="214" name="Google Shape;214;p2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0"/>
              </a:spcBef>
              <a:spcAft>
                <a:spcPts val="0"/>
              </a:spcAft>
              <a:buSzPts val="1800"/>
              <a:buNone/>
            </a:pPr>
            <a:r>
              <a:rPr lang="en"/>
              <a:t>Along our journey in creating web pages, it is important to make sure we know what we did, and we could use comments in out HTML file. Comments, as in other languages, are useful to tell ourselves what part of the code does and means. To add comments, simply use the </a:t>
            </a:r>
            <a:r>
              <a:rPr lang="en">
                <a:latin typeface="Source Code Pro"/>
                <a:ea typeface="Source Code Pro"/>
                <a:cs typeface="Source Code Pro"/>
                <a:sym typeface="Source Code Pro"/>
              </a:rPr>
              <a:t>&lt;!-- --&gt;</a:t>
            </a:r>
            <a:r>
              <a:rPr lang="en"/>
              <a:t> comment pairs. Comments will not be displayed in our web page.</a:t>
            </a:r>
            <a:endParaRPr/>
          </a:p>
          <a:p>
            <a:pPr indent="0" lvl="0" marL="0" rtl="0" algn="just">
              <a:lnSpc>
                <a:spcPct val="115000"/>
              </a:lnSpc>
              <a:spcBef>
                <a:spcPts val="1200"/>
              </a:spcBef>
              <a:spcAft>
                <a:spcPts val="0"/>
              </a:spcAft>
              <a:buSzPts val="1800"/>
              <a:buNone/>
            </a:pPr>
            <a:r>
              <a:rPr lang="en"/>
              <a:t>example</a:t>
            </a:r>
            <a:endParaRPr/>
          </a:p>
          <a:p>
            <a:pPr indent="0" lvl="0" marL="0" rtl="0" algn="just">
              <a:lnSpc>
                <a:spcPct val="100000"/>
              </a:lnSpc>
              <a:spcBef>
                <a:spcPts val="1200"/>
              </a:spcBef>
              <a:spcAft>
                <a:spcPts val="0"/>
              </a:spcAft>
              <a:buSzPts val="1800"/>
              <a:buNone/>
            </a:pPr>
            <a:r>
              <a:t/>
            </a:r>
            <a:endParaRPr/>
          </a:p>
        </p:txBody>
      </p:sp>
      <p:sp>
        <p:nvSpPr>
          <p:cNvPr id="215" name="Google Shape;215;p24"/>
          <p:cNvSpPr txBox="1"/>
          <p:nvPr/>
        </p:nvSpPr>
        <p:spPr>
          <a:xfrm>
            <a:off x="533400" y="3530600"/>
            <a:ext cx="5594400" cy="923400"/>
          </a:xfrm>
          <a:prstGeom prst="rect">
            <a:avLst/>
          </a:prstGeom>
          <a:solidFill>
            <a:schemeClr val="dk1"/>
          </a:solid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200"/>
              <a:buFont typeface="Arial"/>
              <a:buNone/>
            </a:pPr>
            <a:r>
              <a:rPr b="0" i="0" lang="en" sz="1200" u="none" cap="none" strike="noStrike">
                <a:solidFill>
                  <a:srgbClr val="88846F"/>
                </a:solidFill>
                <a:highlight>
                  <a:srgbClr val="272822"/>
                </a:highlight>
                <a:latin typeface="Courier New"/>
                <a:ea typeface="Courier New"/>
                <a:cs typeface="Courier New"/>
                <a:sym typeface="Courier New"/>
              </a:rPr>
              <a:t>&lt;!-- this part is the main information of our web page --&gt;</a:t>
            </a:r>
            <a:endParaRPr b="0" i="0" sz="1200" u="none" cap="none" strike="noStrike">
              <a:solidFill>
                <a:srgbClr val="88846F"/>
              </a:solidFill>
              <a:highlight>
                <a:srgbClr val="272822"/>
              </a:highlight>
              <a:latin typeface="Courier New"/>
              <a:ea typeface="Courier New"/>
              <a:cs typeface="Courier New"/>
              <a:sym typeface="Courier New"/>
            </a:endParaRPr>
          </a:p>
          <a:p>
            <a:pPr indent="0" lvl="0" marL="0" marR="0" rtl="0" algn="l">
              <a:lnSpc>
                <a:spcPct val="150000"/>
              </a:lnSpc>
              <a:spcBef>
                <a:spcPts val="0"/>
              </a:spcBef>
              <a:spcAft>
                <a:spcPts val="0"/>
              </a:spcAft>
              <a:buClr>
                <a:srgbClr val="000000"/>
              </a:buClr>
              <a:buSzPts val="1200"/>
              <a:buFont typeface="Arial"/>
              <a:buNone/>
            </a:pPr>
            <a:r>
              <a:rPr b="0" i="0" lang="en" sz="1200" u="none" cap="none" strike="noStrike">
                <a:solidFill>
                  <a:srgbClr val="F8F8F2"/>
                </a:solidFill>
                <a:highlight>
                  <a:srgbClr val="272822"/>
                </a:highlight>
                <a:latin typeface="Courier New"/>
                <a:ea typeface="Courier New"/>
                <a:cs typeface="Courier New"/>
                <a:sym typeface="Courier New"/>
              </a:rPr>
              <a:t>&lt;</a:t>
            </a:r>
            <a:r>
              <a:rPr b="0" i="0" lang="en" sz="1200" u="none" cap="none" strike="noStrike">
                <a:solidFill>
                  <a:srgbClr val="F92672"/>
                </a:solidFill>
                <a:highlight>
                  <a:srgbClr val="272822"/>
                </a:highlight>
                <a:latin typeface="Courier New"/>
                <a:ea typeface="Courier New"/>
                <a:cs typeface="Courier New"/>
                <a:sym typeface="Courier New"/>
              </a:rPr>
              <a:t>h1</a:t>
            </a:r>
            <a:r>
              <a:rPr b="0" i="0" lang="en" sz="1200" u="none" cap="none" strike="noStrike">
                <a:solidFill>
                  <a:srgbClr val="F8F8F2"/>
                </a:solidFill>
                <a:highlight>
                  <a:srgbClr val="272822"/>
                </a:highlight>
                <a:latin typeface="Courier New"/>
                <a:ea typeface="Courier New"/>
                <a:cs typeface="Courier New"/>
                <a:sym typeface="Courier New"/>
              </a:rPr>
              <a:t>&gt;This is important&lt;/</a:t>
            </a:r>
            <a:r>
              <a:rPr b="0" i="0" lang="en" sz="1200" u="none" cap="none" strike="noStrike">
                <a:solidFill>
                  <a:srgbClr val="F92672"/>
                </a:solidFill>
                <a:highlight>
                  <a:srgbClr val="272822"/>
                </a:highlight>
                <a:latin typeface="Courier New"/>
                <a:ea typeface="Courier New"/>
                <a:cs typeface="Courier New"/>
                <a:sym typeface="Courier New"/>
              </a:rPr>
              <a:t>h1</a:t>
            </a:r>
            <a:r>
              <a:rPr b="0" i="0" lang="en" sz="1200" u="none" cap="none" strike="noStrike">
                <a:solidFill>
                  <a:srgbClr val="F8F8F2"/>
                </a:solidFill>
                <a:highlight>
                  <a:srgbClr val="272822"/>
                </a:highlight>
                <a:latin typeface="Courier New"/>
                <a:ea typeface="Courier New"/>
                <a:cs typeface="Courier New"/>
                <a:sym typeface="Courier New"/>
              </a:rPr>
              <a:t>&gt;</a:t>
            </a:r>
            <a:endParaRPr b="0" i="0" sz="1200" u="none" cap="none" strike="noStrike">
              <a:solidFill>
                <a:srgbClr val="F8F8F2"/>
              </a:solidFill>
              <a:highlight>
                <a:srgbClr val="272822"/>
              </a:highlight>
              <a:latin typeface="Courier New"/>
              <a:ea typeface="Courier New"/>
              <a:cs typeface="Courier New"/>
              <a:sym typeface="Courier New"/>
            </a:endParaRPr>
          </a:p>
          <a:p>
            <a:pPr indent="0" lvl="0" marL="0" marR="0" rtl="0" algn="l">
              <a:lnSpc>
                <a:spcPct val="150000"/>
              </a:lnSpc>
              <a:spcBef>
                <a:spcPts val="0"/>
              </a:spcBef>
              <a:spcAft>
                <a:spcPts val="0"/>
              </a:spcAft>
              <a:buClr>
                <a:srgbClr val="000000"/>
              </a:buClr>
              <a:buSzPts val="1200"/>
              <a:buFont typeface="Arial"/>
              <a:buNone/>
            </a:pPr>
            <a:r>
              <a:rPr b="0" i="0" lang="en" sz="1200" u="none" cap="none" strike="noStrike">
                <a:solidFill>
                  <a:srgbClr val="F8F8F2"/>
                </a:solidFill>
                <a:highlight>
                  <a:srgbClr val="272822"/>
                </a:highlight>
                <a:latin typeface="Courier New"/>
                <a:ea typeface="Courier New"/>
                <a:cs typeface="Courier New"/>
                <a:sym typeface="Courier New"/>
              </a:rPr>
              <a:t>&lt;</a:t>
            </a:r>
            <a:r>
              <a:rPr b="0" i="0" lang="en" sz="1200" u="none" cap="none" strike="noStrike">
                <a:solidFill>
                  <a:srgbClr val="F92672"/>
                </a:solidFill>
                <a:highlight>
                  <a:srgbClr val="272822"/>
                </a:highlight>
                <a:latin typeface="Courier New"/>
                <a:ea typeface="Courier New"/>
                <a:cs typeface="Courier New"/>
                <a:sym typeface="Courier New"/>
              </a:rPr>
              <a:t>h2</a:t>
            </a:r>
            <a:r>
              <a:rPr b="0" i="0" lang="en" sz="1200" u="none" cap="none" strike="noStrike">
                <a:solidFill>
                  <a:srgbClr val="F8F8F2"/>
                </a:solidFill>
                <a:highlight>
                  <a:srgbClr val="272822"/>
                </a:highlight>
                <a:latin typeface="Courier New"/>
                <a:ea typeface="Courier New"/>
                <a:cs typeface="Courier New"/>
                <a:sym typeface="Courier New"/>
              </a:rPr>
              <a:t>&gt;This is kinda important&lt;/</a:t>
            </a:r>
            <a:r>
              <a:rPr b="0" i="0" lang="en" sz="1200" u="none" cap="none" strike="noStrike">
                <a:solidFill>
                  <a:srgbClr val="F92672"/>
                </a:solidFill>
                <a:highlight>
                  <a:srgbClr val="272822"/>
                </a:highlight>
                <a:latin typeface="Courier New"/>
                <a:ea typeface="Courier New"/>
                <a:cs typeface="Courier New"/>
                <a:sym typeface="Courier New"/>
              </a:rPr>
              <a:t>h2</a:t>
            </a:r>
            <a:r>
              <a:rPr b="0" i="0" lang="en" sz="1200" u="none" cap="none" strike="noStrike">
                <a:solidFill>
                  <a:srgbClr val="F8F8F2"/>
                </a:solidFill>
                <a:highlight>
                  <a:srgbClr val="272822"/>
                </a:highlight>
                <a:latin typeface="Courier New"/>
                <a:ea typeface="Courier New"/>
                <a:cs typeface="Courier New"/>
                <a:sym typeface="Courier New"/>
              </a:rPr>
              <a:t>&gt;</a:t>
            </a:r>
            <a:endParaRPr b="0" i="0" sz="1700" u="none" cap="none" strike="noStrike">
              <a:solidFill>
                <a:srgbClr val="000000"/>
              </a:solidFill>
              <a:latin typeface="Proxima Nova"/>
              <a:ea typeface="Proxima Nova"/>
              <a:cs typeface="Proxima Nova"/>
              <a:sym typeface="Proxima Nova"/>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0"/>
              </a:spcBef>
              <a:spcAft>
                <a:spcPts val="0"/>
              </a:spcAft>
              <a:buSzPts val="1800"/>
              <a:buNone/>
            </a:pPr>
            <a:r>
              <a:rPr lang="en"/>
              <a:t>Heading is used to show important information in our web page. HTML has several heading levels starting from 1 up to 6 with 1 as the most important heading</a:t>
            </a:r>
            <a:endParaRPr/>
          </a:p>
          <a:p>
            <a:pPr indent="0" lvl="0" marL="0" rtl="0" algn="just">
              <a:lnSpc>
                <a:spcPct val="100000"/>
              </a:lnSpc>
              <a:spcBef>
                <a:spcPts val="1200"/>
              </a:spcBef>
              <a:spcAft>
                <a:spcPts val="0"/>
              </a:spcAft>
              <a:buSzPts val="1800"/>
              <a:buNone/>
            </a:pPr>
            <a:r>
              <a:t/>
            </a:r>
            <a:endParaRPr/>
          </a:p>
        </p:txBody>
      </p:sp>
      <p:sp>
        <p:nvSpPr>
          <p:cNvPr id="221" name="Google Shape;221;p2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Heading</a:t>
            </a:r>
            <a:endParaRPr/>
          </a:p>
        </p:txBody>
      </p:sp>
      <p:pic>
        <p:nvPicPr>
          <p:cNvPr id="222" name="Google Shape;222;p25"/>
          <p:cNvPicPr preferRelativeResize="0"/>
          <p:nvPr/>
        </p:nvPicPr>
        <p:blipFill rotWithShape="1">
          <a:blip r:embed="rId3">
            <a:alphaModFix/>
          </a:blip>
          <a:srcRect b="11987" l="0" r="43665" t="0"/>
          <a:stretch/>
        </p:blipFill>
        <p:spPr>
          <a:xfrm>
            <a:off x="5422900" y="2003425"/>
            <a:ext cx="3625850" cy="2442975"/>
          </a:xfrm>
          <a:prstGeom prst="rect">
            <a:avLst/>
          </a:prstGeom>
          <a:noFill/>
          <a:ln>
            <a:noFill/>
          </a:ln>
        </p:spPr>
      </p:pic>
      <p:sp>
        <p:nvSpPr>
          <p:cNvPr id="223" name="Google Shape;223;p25"/>
          <p:cNvSpPr txBox="1"/>
          <p:nvPr/>
        </p:nvSpPr>
        <p:spPr>
          <a:xfrm>
            <a:off x="590550" y="2197100"/>
            <a:ext cx="4764300" cy="923400"/>
          </a:xfrm>
          <a:prstGeom prst="rect">
            <a:avLst/>
          </a:prstGeom>
          <a:solidFill>
            <a:schemeClr val="dk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8F8F2"/>
                </a:solidFill>
                <a:highlight>
                  <a:srgbClr val="272822"/>
                </a:highlight>
                <a:latin typeface="Courier New"/>
                <a:ea typeface="Courier New"/>
                <a:cs typeface="Courier New"/>
                <a:sym typeface="Courier New"/>
              </a:rPr>
              <a:t>&lt;</a:t>
            </a:r>
            <a:r>
              <a:rPr b="0" i="0" lang="en" sz="1600" u="none" cap="none" strike="noStrike">
                <a:solidFill>
                  <a:srgbClr val="F92672"/>
                </a:solidFill>
                <a:highlight>
                  <a:srgbClr val="272822"/>
                </a:highlight>
                <a:latin typeface="Courier New"/>
                <a:ea typeface="Courier New"/>
                <a:cs typeface="Courier New"/>
                <a:sym typeface="Courier New"/>
              </a:rPr>
              <a:t>h1</a:t>
            </a:r>
            <a:r>
              <a:rPr b="0" i="0" lang="en" sz="1600" u="none" cap="none" strike="noStrike">
                <a:solidFill>
                  <a:srgbClr val="F8F8F2"/>
                </a:solidFill>
                <a:highlight>
                  <a:srgbClr val="272822"/>
                </a:highlight>
                <a:latin typeface="Courier New"/>
                <a:ea typeface="Courier New"/>
                <a:cs typeface="Courier New"/>
                <a:sym typeface="Courier New"/>
              </a:rPr>
              <a:t>&gt;This is important&lt;/</a:t>
            </a:r>
            <a:r>
              <a:rPr b="0" i="0" lang="en" sz="1600" u="none" cap="none" strike="noStrike">
                <a:solidFill>
                  <a:srgbClr val="F92672"/>
                </a:solidFill>
                <a:highlight>
                  <a:srgbClr val="272822"/>
                </a:highlight>
                <a:latin typeface="Courier New"/>
                <a:ea typeface="Courier New"/>
                <a:cs typeface="Courier New"/>
                <a:sym typeface="Courier New"/>
              </a:rPr>
              <a:t>h1</a:t>
            </a:r>
            <a:r>
              <a:rPr b="0" i="0" lang="en" sz="1600" u="none" cap="none" strike="noStrike">
                <a:solidFill>
                  <a:srgbClr val="F8F8F2"/>
                </a:solidFill>
                <a:highlight>
                  <a:srgbClr val="272822"/>
                </a:highlight>
                <a:latin typeface="Courier New"/>
                <a:ea typeface="Courier New"/>
                <a:cs typeface="Courier New"/>
                <a:sym typeface="Courier New"/>
              </a:rPr>
              <a:t>&gt;</a:t>
            </a:r>
            <a:endParaRPr b="0" i="0" sz="1600" u="none" cap="none" strike="noStrike">
              <a:solidFill>
                <a:srgbClr val="F8F8F2"/>
              </a:solidFill>
              <a:highlight>
                <a:srgbClr val="272822"/>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8F8F2"/>
                </a:solidFill>
                <a:highlight>
                  <a:srgbClr val="272822"/>
                </a:highlight>
                <a:latin typeface="Courier New"/>
                <a:ea typeface="Courier New"/>
                <a:cs typeface="Courier New"/>
                <a:sym typeface="Courier New"/>
              </a:rPr>
              <a:t>&lt;</a:t>
            </a:r>
            <a:r>
              <a:rPr b="0" i="0" lang="en" sz="1600" u="none" cap="none" strike="noStrike">
                <a:solidFill>
                  <a:srgbClr val="F92672"/>
                </a:solidFill>
                <a:highlight>
                  <a:srgbClr val="272822"/>
                </a:highlight>
                <a:latin typeface="Courier New"/>
                <a:ea typeface="Courier New"/>
                <a:cs typeface="Courier New"/>
                <a:sym typeface="Courier New"/>
              </a:rPr>
              <a:t>h2</a:t>
            </a:r>
            <a:r>
              <a:rPr b="0" i="0" lang="en" sz="1600" u="none" cap="none" strike="noStrike">
                <a:solidFill>
                  <a:srgbClr val="F8F8F2"/>
                </a:solidFill>
                <a:highlight>
                  <a:srgbClr val="272822"/>
                </a:highlight>
                <a:latin typeface="Courier New"/>
                <a:ea typeface="Courier New"/>
                <a:cs typeface="Courier New"/>
                <a:sym typeface="Courier New"/>
              </a:rPr>
              <a:t>&gt;This is kinda important&lt;/</a:t>
            </a:r>
            <a:r>
              <a:rPr b="0" i="0" lang="en" sz="1600" u="none" cap="none" strike="noStrike">
                <a:solidFill>
                  <a:srgbClr val="F92672"/>
                </a:solidFill>
                <a:highlight>
                  <a:srgbClr val="272822"/>
                </a:highlight>
                <a:latin typeface="Courier New"/>
                <a:ea typeface="Courier New"/>
                <a:cs typeface="Courier New"/>
                <a:sym typeface="Courier New"/>
              </a:rPr>
              <a:t>h2</a:t>
            </a:r>
            <a:r>
              <a:rPr b="0" i="0" lang="en" sz="1600" u="none" cap="none" strike="noStrike">
                <a:solidFill>
                  <a:srgbClr val="F8F8F2"/>
                </a:solidFill>
                <a:highlight>
                  <a:srgbClr val="272822"/>
                </a:highlight>
                <a:latin typeface="Courier New"/>
                <a:ea typeface="Courier New"/>
                <a:cs typeface="Courier New"/>
                <a:sym typeface="Courier New"/>
              </a:rPr>
              <a:t>&gt;</a:t>
            </a:r>
            <a:endParaRPr b="0" i="0" sz="1600" u="none" cap="none" strike="noStrike">
              <a:solidFill>
                <a:srgbClr val="F8F8F2"/>
              </a:solidFill>
              <a:highlight>
                <a:srgbClr val="272822"/>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8F8F2"/>
                </a:solidFill>
                <a:highlight>
                  <a:srgbClr val="272822"/>
                </a:highlight>
                <a:latin typeface="Courier New"/>
                <a:ea typeface="Courier New"/>
                <a:cs typeface="Courier New"/>
                <a:sym typeface="Courier New"/>
              </a:rPr>
              <a:t>&lt;</a:t>
            </a:r>
            <a:r>
              <a:rPr b="0" i="0" lang="en" sz="1600" u="none" cap="none" strike="noStrike">
                <a:solidFill>
                  <a:srgbClr val="F92672"/>
                </a:solidFill>
                <a:highlight>
                  <a:srgbClr val="272822"/>
                </a:highlight>
                <a:latin typeface="Courier New"/>
                <a:ea typeface="Courier New"/>
                <a:cs typeface="Courier New"/>
                <a:sym typeface="Courier New"/>
              </a:rPr>
              <a:t>h6</a:t>
            </a:r>
            <a:r>
              <a:rPr b="0" i="0" lang="en" sz="1600" u="none" cap="none" strike="noStrike">
                <a:solidFill>
                  <a:srgbClr val="F8F8F2"/>
                </a:solidFill>
                <a:highlight>
                  <a:srgbClr val="272822"/>
                </a:highlight>
                <a:latin typeface="Courier New"/>
                <a:ea typeface="Courier New"/>
                <a:cs typeface="Courier New"/>
                <a:sym typeface="Courier New"/>
              </a:rPr>
              <a:t>&gt;This is the least important&lt;/</a:t>
            </a:r>
            <a:r>
              <a:rPr b="0" i="0" lang="en" sz="1600" u="none" cap="none" strike="noStrike">
                <a:solidFill>
                  <a:srgbClr val="F92672"/>
                </a:solidFill>
                <a:highlight>
                  <a:srgbClr val="272822"/>
                </a:highlight>
                <a:latin typeface="Courier New"/>
                <a:ea typeface="Courier New"/>
                <a:cs typeface="Courier New"/>
                <a:sym typeface="Courier New"/>
              </a:rPr>
              <a:t>h6</a:t>
            </a:r>
            <a:r>
              <a:rPr b="0" i="0" lang="en" sz="1600" u="none" cap="none" strike="noStrike">
                <a:solidFill>
                  <a:srgbClr val="F8F8F2"/>
                </a:solidFill>
                <a:highlight>
                  <a:srgbClr val="272822"/>
                </a:highlight>
                <a:latin typeface="Courier New"/>
                <a:ea typeface="Courier New"/>
                <a:cs typeface="Courier New"/>
                <a:sym typeface="Courier New"/>
              </a:rPr>
              <a:t>&gt;</a:t>
            </a:r>
            <a:endParaRPr b="0" i="0" sz="2100" u="none" cap="none" strike="noStrike">
              <a:solidFill>
                <a:srgbClr val="000000"/>
              </a:solidFill>
              <a:latin typeface="Proxima Nova"/>
              <a:ea typeface="Proxima Nova"/>
              <a:cs typeface="Proxima Nova"/>
              <a:sym typeface="Proxima Nova"/>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Paragraph</a:t>
            </a:r>
            <a:endParaRPr/>
          </a:p>
        </p:txBody>
      </p:sp>
      <p:sp>
        <p:nvSpPr>
          <p:cNvPr id="229" name="Google Shape;229;p2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n"/>
              <a:t>To add paragraph into our web page, we could use </a:t>
            </a:r>
            <a:r>
              <a:rPr lang="en">
                <a:latin typeface="Source Code Pro"/>
                <a:ea typeface="Source Code Pro"/>
                <a:cs typeface="Source Code Pro"/>
                <a:sym typeface="Source Code Pro"/>
              </a:rPr>
              <a:t>&lt;p&gt;&lt;/p&gt;</a:t>
            </a:r>
            <a:r>
              <a:rPr lang="en"/>
              <a:t> tag</a:t>
            </a:r>
            <a:endParaRPr/>
          </a:p>
        </p:txBody>
      </p:sp>
      <p:sp>
        <p:nvSpPr>
          <p:cNvPr id="230" name="Google Shape;230;p27"/>
          <p:cNvSpPr txBox="1"/>
          <p:nvPr/>
        </p:nvSpPr>
        <p:spPr>
          <a:xfrm>
            <a:off x="590550" y="2197100"/>
            <a:ext cx="8171100" cy="954300"/>
          </a:xfrm>
          <a:prstGeom prst="rect">
            <a:avLst/>
          </a:prstGeom>
          <a:solidFill>
            <a:schemeClr val="dk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n" sz="2500" u="none" cap="none" strike="noStrike">
                <a:solidFill>
                  <a:srgbClr val="F8F8F2"/>
                </a:solidFill>
                <a:highlight>
                  <a:srgbClr val="272822"/>
                </a:highlight>
                <a:latin typeface="Courier New"/>
                <a:ea typeface="Courier New"/>
                <a:cs typeface="Courier New"/>
                <a:sym typeface="Courier New"/>
              </a:rPr>
              <a:t>&lt;</a:t>
            </a:r>
            <a:r>
              <a:rPr b="0" i="0" lang="en" sz="2500" u="none" cap="none" strike="noStrike">
                <a:solidFill>
                  <a:srgbClr val="F92672"/>
                </a:solidFill>
                <a:highlight>
                  <a:srgbClr val="272822"/>
                </a:highlight>
                <a:latin typeface="Courier New"/>
                <a:ea typeface="Courier New"/>
                <a:cs typeface="Courier New"/>
                <a:sym typeface="Courier New"/>
              </a:rPr>
              <a:t>p</a:t>
            </a:r>
            <a:r>
              <a:rPr b="0" i="0" lang="en" sz="2500" u="none" cap="none" strike="noStrike">
                <a:solidFill>
                  <a:srgbClr val="F8F8F2"/>
                </a:solidFill>
                <a:highlight>
                  <a:srgbClr val="272822"/>
                </a:highlight>
                <a:latin typeface="Courier New"/>
                <a:ea typeface="Courier New"/>
                <a:cs typeface="Courier New"/>
                <a:sym typeface="Courier New"/>
              </a:rPr>
              <a:t>&gt;This is a paragraph&lt;/</a:t>
            </a:r>
            <a:r>
              <a:rPr b="0" i="0" lang="en" sz="2500" u="none" cap="none" strike="noStrike">
                <a:solidFill>
                  <a:srgbClr val="F92672"/>
                </a:solidFill>
                <a:highlight>
                  <a:srgbClr val="272822"/>
                </a:highlight>
                <a:latin typeface="Courier New"/>
                <a:ea typeface="Courier New"/>
                <a:cs typeface="Courier New"/>
                <a:sym typeface="Courier New"/>
              </a:rPr>
              <a:t>p</a:t>
            </a:r>
            <a:r>
              <a:rPr b="0" i="0" lang="en" sz="2500" u="none" cap="none" strike="noStrike">
                <a:solidFill>
                  <a:srgbClr val="F8F8F2"/>
                </a:solidFill>
                <a:highlight>
                  <a:srgbClr val="272822"/>
                </a:highlight>
                <a:latin typeface="Courier New"/>
                <a:ea typeface="Courier New"/>
                <a:cs typeface="Courier New"/>
                <a:sym typeface="Courier New"/>
              </a:rPr>
              <a:t>&gt;</a:t>
            </a:r>
            <a:endParaRPr b="0" i="0" sz="2500" u="none" cap="none" strike="noStrike">
              <a:solidFill>
                <a:srgbClr val="F8F8F2"/>
              </a:solidFill>
              <a:highlight>
                <a:srgbClr val="272822"/>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500"/>
              <a:buFont typeface="Arial"/>
              <a:buNone/>
            </a:pPr>
            <a:r>
              <a:rPr b="0" i="0" lang="en" sz="2500" u="none" cap="none" strike="noStrike">
                <a:solidFill>
                  <a:srgbClr val="F8F8F2"/>
                </a:solidFill>
                <a:highlight>
                  <a:srgbClr val="272822"/>
                </a:highlight>
                <a:latin typeface="Courier New"/>
                <a:ea typeface="Courier New"/>
                <a:cs typeface="Courier New"/>
                <a:sym typeface="Courier New"/>
              </a:rPr>
              <a:t>&lt;</a:t>
            </a:r>
            <a:r>
              <a:rPr b="0" i="0" lang="en" sz="2500" u="none" cap="none" strike="noStrike">
                <a:solidFill>
                  <a:srgbClr val="F92672"/>
                </a:solidFill>
                <a:highlight>
                  <a:srgbClr val="272822"/>
                </a:highlight>
                <a:latin typeface="Courier New"/>
                <a:ea typeface="Courier New"/>
                <a:cs typeface="Courier New"/>
                <a:sym typeface="Courier New"/>
              </a:rPr>
              <a:t>p</a:t>
            </a:r>
            <a:r>
              <a:rPr b="0" i="0" lang="en" sz="2500" u="none" cap="none" strike="noStrike">
                <a:solidFill>
                  <a:srgbClr val="F8F8F2"/>
                </a:solidFill>
                <a:highlight>
                  <a:srgbClr val="272822"/>
                </a:highlight>
                <a:latin typeface="Courier New"/>
                <a:ea typeface="Courier New"/>
                <a:cs typeface="Courier New"/>
                <a:sym typeface="Courier New"/>
              </a:rPr>
              <a:t>&gt;This is another paragraph&lt;/</a:t>
            </a:r>
            <a:r>
              <a:rPr b="0" i="0" lang="en" sz="2500" u="none" cap="none" strike="noStrike">
                <a:solidFill>
                  <a:srgbClr val="F92672"/>
                </a:solidFill>
                <a:highlight>
                  <a:srgbClr val="272822"/>
                </a:highlight>
                <a:latin typeface="Courier New"/>
                <a:ea typeface="Courier New"/>
                <a:cs typeface="Courier New"/>
                <a:sym typeface="Courier New"/>
              </a:rPr>
              <a:t>p</a:t>
            </a:r>
            <a:r>
              <a:rPr b="0" i="0" lang="en" sz="2500" u="none" cap="none" strike="noStrike">
                <a:solidFill>
                  <a:srgbClr val="F8F8F2"/>
                </a:solidFill>
                <a:highlight>
                  <a:srgbClr val="272822"/>
                </a:highlight>
                <a:latin typeface="Courier New"/>
                <a:ea typeface="Courier New"/>
                <a:cs typeface="Courier New"/>
                <a:sym typeface="Courier New"/>
              </a:rPr>
              <a:t>&gt;</a:t>
            </a:r>
            <a:endParaRPr b="0" i="0" sz="3000" u="none" cap="none" strike="noStrike">
              <a:solidFill>
                <a:srgbClr val="000000"/>
              </a:solidFill>
              <a:latin typeface="Proxima Nova"/>
              <a:ea typeface="Proxima Nova"/>
              <a:cs typeface="Proxima Nova"/>
              <a:sym typeface="Proxima Nova"/>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Line Breaks</a:t>
            </a:r>
            <a:endParaRPr/>
          </a:p>
        </p:txBody>
      </p:sp>
      <p:sp>
        <p:nvSpPr>
          <p:cNvPr id="236" name="Google Shape;236;p2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0"/>
              </a:spcBef>
              <a:spcAft>
                <a:spcPts val="1200"/>
              </a:spcAft>
              <a:buSzPts val="1800"/>
              <a:buNone/>
            </a:pPr>
            <a:r>
              <a:rPr lang="en"/>
              <a:t>There will be certain cases where we need to add newline (or “Enter” as we would usually say) in our HTML page. To add this newline, we could utilize the tag &lt;br/&gt; or &lt;br&gt;</a:t>
            </a:r>
            <a:endParaRPr/>
          </a:p>
        </p:txBody>
      </p:sp>
      <p:pic>
        <p:nvPicPr>
          <p:cNvPr id="237" name="Google Shape;237;p28"/>
          <p:cNvPicPr preferRelativeResize="0"/>
          <p:nvPr/>
        </p:nvPicPr>
        <p:blipFill rotWithShape="1">
          <a:blip r:embed="rId3">
            <a:alphaModFix/>
          </a:blip>
          <a:srcRect b="44783" l="0" r="58956" t="0"/>
          <a:stretch/>
        </p:blipFill>
        <p:spPr>
          <a:xfrm>
            <a:off x="4762500" y="2707950"/>
            <a:ext cx="3752850" cy="2016451"/>
          </a:xfrm>
          <a:prstGeom prst="rect">
            <a:avLst/>
          </a:prstGeom>
          <a:noFill/>
          <a:ln>
            <a:noFill/>
          </a:ln>
        </p:spPr>
      </p:pic>
      <p:sp>
        <p:nvSpPr>
          <p:cNvPr id="238" name="Google Shape;238;p28"/>
          <p:cNvSpPr txBox="1"/>
          <p:nvPr/>
        </p:nvSpPr>
        <p:spPr>
          <a:xfrm>
            <a:off x="493475" y="2340650"/>
            <a:ext cx="3657600" cy="1293000"/>
          </a:xfrm>
          <a:prstGeom prst="rect">
            <a:avLst/>
          </a:prstGeom>
          <a:solidFill>
            <a:schemeClr val="dk1"/>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8F8F2"/>
                </a:solidFill>
                <a:highlight>
                  <a:srgbClr val="272822"/>
                </a:highlight>
                <a:latin typeface="Courier New"/>
                <a:ea typeface="Courier New"/>
                <a:cs typeface="Courier New"/>
                <a:sym typeface="Courier New"/>
              </a:rPr>
              <a:t>&lt;</a:t>
            </a:r>
            <a:r>
              <a:rPr b="0" i="0" lang="en" sz="1800" u="none" cap="none" strike="noStrike">
                <a:solidFill>
                  <a:srgbClr val="F92672"/>
                </a:solidFill>
                <a:highlight>
                  <a:srgbClr val="272822"/>
                </a:highlight>
                <a:latin typeface="Courier New"/>
                <a:ea typeface="Courier New"/>
                <a:cs typeface="Courier New"/>
                <a:sym typeface="Courier New"/>
              </a:rPr>
              <a:t>h1</a:t>
            </a:r>
            <a:r>
              <a:rPr b="0" i="0" lang="en" sz="1800" u="none" cap="none" strike="noStrike">
                <a:solidFill>
                  <a:srgbClr val="F8F8F2"/>
                </a:solidFill>
                <a:highlight>
                  <a:srgbClr val="272822"/>
                </a:highlight>
                <a:latin typeface="Courier New"/>
                <a:ea typeface="Courier New"/>
                <a:cs typeface="Courier New"/>
                <a:sym typeface="Courier New"/>
              </a:rPr>
              <a:t>&gt;This is heading&lt;/</a:t>
            </a:r>
            <a:r>
              <a:rPr b="0" i="0" lang="en" sz="1800" u="none" cap="none" strike="noStrike">
                <a:solidFill>
                  <a:srgbClr val="F92672"/>
                </a:solidFill>
                <a:highlight>
                  <a:srgbClr val="272822"/>
                </a:highlight>
                <a:latin typeface="Courier New"/>
                <a:ea typeface="Courier New"/>
                <a:cs typeface="Courier New"/>
                <a:sym typeface="Courier New"/>
              </a:rPr>
              <a:t>h1</a:t>
            </a:r>
            <a:r>
              <a:rPr b="0" i="0" lang="en" sz="1800" u="none" cap="none" strike="noStrike">
                <a:solidFill>
                  <a:srgbClr val="F8F8F2"/>
                </a:solidFill>
                <a:highlight>
                  <a:srgbClr val="272822"/>
                </a:highlight>
                <a:latin typeface="Courier New"/>
                <a:ea typeface="Courier New"/>
                <a:cs typeface="Courier New"/>
                <a:sym typeface="Courier New"/>
              </a:rPr>
              <a:t>&gt;</a:t>
            </a:r>
            <a:endParaRPr b="0" i="0" sz="1800" u="none" cap="none" strike="noStrike">
              <a:solidFill>
                <a:srgbClr val="F8F8F2"/>
              </a:solidFill>
              <a:highlight>
                <a:srgbClr val="272822"/>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8F8F2"/>
                </a:solidFill>
                <a:highlight>
                  <a:srgbClr val="272822"/>
                </a:highlight>
                <a:latin typeface="Courier New"/>
                <a:ea typeface="Courier New"/>
                <a:cs typeface="Courier New"/>
                <a:sym typeface="Courier New"/>
              </a:rPr>
              <a:t>&lt;</a:t>
            </a:r>
            <a:r>
              <a:rPr b="0" i="0" lang="en" sz="1800" u="none" cap="none" strike="noStrike">
                <a:solidFill>
                  <a:srgbClr val="F92672"/>
                </a:solidFill>
                <a:highlight>
                  <a:srgbClr val="272822"/>
                </a:highlight>
                <a:latin typeface="Courier New"/>
                <a:ea typeface="Courier New"/>
                <a:cs typeface="Courier New"/>
                <a:sym typeface="Courier New"/>
              </a:rPr>
              <a:t>hr</a:t>
            </a:r>
            <a:r>
              <a:rPr b="0" i="0" lang="en" sz="1800" u="none" cap="none" strike="noStrike">
                <a:solidFill>
                  <a:srgbClr val="F8F8F2"/>
                </a:solidFill>
                <a:highlight>
                  <a:srgbClr val="272822"/>
                </a:highlight>
                <a:latin typeface="Courier New"/>
                <a:ea typeface="Courier New"/>
                <a:cs typeface="Courier New"/>
                <a:sym typeface="Courier New"/>
              </a:rPr>
              <a:t>/&gt;</a:t>
            </a:r>
            <a:endParaRPr b="0" i="0" sz="1800" u="none" cap="none" strike="noStrike">
              <a:solidFill>
                <a:srgbClr val="F8F8F2"/>
              </a:solidFill>
              <a:highlight>
                <a:srgbClr val="272822"/>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8F8F2"/>
                </a:solidFill>
                <a:highlight>
                  <a:srgbClr val="272822"/>
                </a:highlight>
                <a:latin typeface="Courier New"/>
                <a:ea typeface="Courier New"/>
                <a:cs typeface="Courier New"/>
                <a:sym typeface="Courier New"/>
              </a:rPr>
              <a:t>Line 1&lt;</a:t>
            </a:r>
            <a:r>
              <a:rPr b="0" i="0" lang="en" sz="1800" u="none" cap="none" strike="noStrike">
                <a:solidFill>
                  <a:srgbClr val="F92672"/>
                </a:solidFill>
                <a:highlight>
                  <a:srgbClr val="272822"/>
                </a:highlight>
                <a:latin typeface="Courier New"/>
                <a:ea typeface="Courier New"/>
                <a:cs typeface="Courier New"/>
                <a:sym typeface="Courier New"/>
              </a:rPr>
              <a:t>br</a:t>
            </a:r>
            <a:r>
              <a:rPr b="0" i="0" lang="en" sz="1800" u="none" cap="none" strike="noStrike">
                <a:solidFill>
                  <a:srgbClr val="F8F8F2"/>
                </a:solidFill>
                <a:highlight>
                  <a:srgbClr val="272822"/>
                </a:highlight>
                <a:latin typeface="Courier New"/>
                <a:ea typeface="Courier New"/>
                <a:cs typeface="Courier New"/>
                <a:sym typeface="Courier New"/>
              </a:rPr>
              <a:t>/&gt;</a:t>
            </a:r>
            <a:endParaRPr b="0" i="0" sz="1800" u="none" cap="none" strike="noStrike">
              <a:solidFill>
                <a:srgbClr val="F8F8F2"/>
              </a:solidFill>
              <a:highlight>
                <a:srgbClr val="272822"/>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8F8F2"/>
                </a:solidFill>
                <a:highlight>
                  <a:srgbClr val="272822"/>
                </a:highlight>
                <a:latin typeface="Courier New"/>
                <a:ea typeface="Courier New"/>
                <a:cs typeface="Courier New"/>
                <a:sym typeface="Courier New"/>
              </a:rPr>
              <a:t>Line 2</a:t>
            </a:r>
            <a:endParaRPr b="0" i="0" sz="2300" u="none" cap="none" strike="noStrike">
              <a:solidFill>
                <a:srgbClr val="000000"/>
              </a:solidFill>
              <a:latin typeface="Source Code Pro"/>
              <a:ea typeface="Source Code Pro"/>
              <a:cs typeface="Source Code Pro"/>
              <a:sym typeface="Source Code Pr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2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Horizontal Rule</a:t>
            </a:r>
            <a:endParaRPr/>
          </a:p>
        </p:txBody>
      </p:sp>
      <p:sp>
        <p:nvSpPr>
          <p:cNvPr id="244" name="Google Shape;244;p2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0"/>
              </a:spcBef>
              <a:spcAft>
                <a:spcPts val="1200"/>
              </a:spcAft>
              <a:buSzPts val="1800"/>
              <a:buNone/>
            </a:pPr>
            <a:r>
              <a:rPr lang="en"/>
              <a:t>Also, sometimes we would want to add a separating line in our HTML page. To add this line, we could use &lt;hr&gt; or &lt;hr/&gt; tag</a:t>
            </a:r>
            <a:endParaRPr/>
          </a:p>
        </p:txBody>
      </p:sp>
      <p:sp>
        <p:nvSpPr>
          <p:cNvPr id="245" name="Google Shape;245;p29"/>
          <p:cNvSpPr txBox="1"/>
          <p:nvPr/>
        </p:nvSpPr>
        <p:spPr>
          <a:xfrm>
            <a:off x="346300" y="2214175"/>
            <a:ext cx="3657600" cy="1293000"/>
          </a:xfrm>
          <a:prstGeom prst="rect">
            <a:avLst/>
          </a:prstGeom>
          <a:solidFill>
            <a:schemeClr val="dk1"/>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8F8F2"/>
                </a:solidFill>
                <a:highlight>
                  <a:srgbClr val="272822"/>
                </a:highlight>
                <a:latin typeface="Courier New"/>
                <a:ea typeface="Courier New"/>
                <a:cs typeface="Courier New"/>
                <a:sym typeface="Courier New"/>
              </a:rPr>
              <a:t>&lt;</a:t>
            </a:r>
            <a:r>
              <a:rPr b="0" i="0" lang="en" sz="1800" u="none" cap="none" strike="noStrike">
                <a:solidFill>
                  <a:srgbClr val="F92672"/>
                </a:solidFill>
                <a:highlight>
                  <a:srgbClr val="272822"/>
                </a:highlight>
                <a:latin typeface="Courier New"/>
                <a:ea typeface="Courier New"/>
                <a:cs typeface="Courier New"/>
                <a:sym typeface="Courier New"/>
              </a:rPr>
              <a:t>h1</a:t>
            </a:r>
            <a:r>
              <a:rPr b="0" i="0" lang="en" sz="1800" u="none" cap="none" strike="noStrike">
                <a:solidFill>
                  <a:srgbClr val="F8F8F2"/>
                </a:solidFill>
                <a:highlight>
                  <a:srgbClr val="272822"/>
                </a:highlight>
                <a:latin typeface="Courier New"/>
                <a:ea typeface="Courier New"/>
                <a:cs typeface="Courier New"/>
                <a:sym typeface="Courier New"/>
              </a:rPr>
              <a:t>&gt;This is heading&lt;/</a:t>
            </a:r>
            <a:r>
              <a:rPr b="0" i="0" lang="en" sz="1800" u="none" cap="none" strike="noStrike">
                <a:solidFill>
                  <a:srgbClr val="F92672"/>
                </a:solidFill>
                <a:highlight>
                  <a:srgbClr val="272822"/>
                </a:highlight>
                <a:latin typeface="Courier New"/>
                <a:ea typeface="Courier New"/>
                <a:cs typeface="Courier New"/>
                <a:sym typeface="Courier New"/>
              </a:rPr>
              <a:t>h1</a:t>
            </a:r>
            <a:r>
              <a:rPr b="0" i="0" lang="en" sz="1800" u="none" cap="none" strike="noStrike">
                <a:solidFill>
                  <a:srgbClr val="F8F8F2"/>
                </a:solidFill>
                <a:highlight>
                  <a:srgbClr val="272822"/>
                </a:highlight>
                <a:latin typeface="Courier New"/>
                <a:ea typeface="Courier New"/>
                <a:cs typeface="Courier New"/>
                <a:sym typeface="Courier New"/>
              </a:rPr>
              <a:t>&gt;</a:t>
            </a:r>
            <a:endParaRPr b="0" i="0" sz="1800" u="none" cap="none" strike="noStrike">
              <a:solidFill>
                <a:srgbClr val="F8F8F2"/>
              </a:solidFill>
              <a:highlight>
                <a:srgbClr val="272822"/>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8F8F2"/>
                </a:solidFill>
                <a:highlight>
                  <a:srgbClr val="272822"/>
                </a:highlight>
                <a:latin typeface="Courier New"/>
                <a:ea typeface="Courier New"/>
                <a:cs typeface="Courier New"/>
                <a:sym typeface="Courier New"/>
              </a:rPr>
              <a:t>&lt;</a:t>
            </a:r>
            <a:r>
              <a:rPr b="0" i="0" lang="en" sz="1800" u="none" cap="none" strike="noStrike">
                <a:solidFill>
                  <a:srgbClr val="F92672"/>
                </a:solidFill>
                <a:highlight>
                  <a:srgbClr val="272822"/>
                </a:highlight>
                <a:latin typeface="Courier New"/>
                <a:ea typeface="Courier New"/>
                <a:cs typeface="Courier New"/>
                <a:sym typeface="Courier New"/>
              </a:rPr>
              <a:t>hr</a:t>
            </a:r>
            <a:r>
              <a:rPr b="0" i="0" lang="en" sz="1800" u="none" cap="none" strike="noStrike">
                <a:solidFill>
                  <a:srgbClr val="F8F8F2"/>
                </a:solidFill>
                <a:highlight>
                  <a:srgbClr val="272822"/>
                </a:highlight>
                <a:latin typeface="Courier New"/>
                <a:ea typeface="Courier New"/>
                <a:cs typeface="Courier New"/>
                <a:sym typeface="Courier New"/>
              </a:rPr>
              <a:t>/&gt;</a:t>
            </a:r>
            <a:endParaRPr b="0" i="0" sz="1800" u="none" cap="none" strike="noStrike">
              <a:solidFill>
                <a:srgbClr val="F8F8F2"/>
              </a:solidFill>
              <a:highlight>
                <a:srgbClr val="272822"/>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8F8F2"/>
                </a:solidFill>
                <a:highlight>
                  <a:srgbClr val="272822"/>
                </a:highlight>
                <a:latin typeface="Courier New"/>
                <a:ea typeface="Courier New"/>
                <a:cs typeface="Courier New"/>
                <a:sym typeface="Courier New"/>
              </a:rPr>
              <a:t>Line 1&lt;</a:t>
            </a:r>
            <a:r>
              <a:rPr b="0" i="0" lang="en" sz="1800" u="none" cap="none" strike="noStrike">
                <a:solidFill>
                  <a:srgbClr val="F92672"/>
                </a:solidFill>
                <a:highlight>
                  <a:srgbClr val="272822"/>
                </a:highlight>
                <a:latin typeface="Courier New"/>
                <a:ea typeface="Courier New"/>
                <a:cs typeface="Courier New"/>
                <a:sym typeface="Courier New"/>
              </a:rPr>
              <a:t>br</a:t>
            </a:r>
            <a:r>
              <a:rPr b="0" i="0" lang="en" sz="1800" u="none" cap="none" strike="noStrike">
                <a:solidFill>
                  <a:srgbClr val="F8F8F2"/>
                </a:solidFill>
                <a:highlight>
                  <a:srgbClr val="272822"/>
                </a:highlight>
                <a:latin typeface="Courier New"/>
                <a:ea typeface="Courier New"/>
                <a:cs typeface="Courier New"/>
                <a:sym typeface="Courier New"/>
              </a:rPr>
              <a:t>/&gt;</a:t>
            </a:r>
            <a:endParaRPr b="0" i="0" sz="1800" u="none" cap="none" strike="noStrike">
              <a:solidFill>
                <a:srgbClr val="F8F8F2"/>
              </a:solidFill>
              <a:highlight>
                <a:srgbClr val="272822"/>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8F8F2"/>
                </a:solidFill>
                <a:highlight>
                  <a:srgbClr val="272822"/>
                </a:highlight>
                <a:latin typeface="Courier New"/>
                <a:ea typeface="Courier New"/>
                <a:cs typeface="Courier New"/>
                <a:sym typeface="Courier New"/>
              </a:rPr>
              <a:t>Line 2</a:t>
            </a:r>
            <a:endParaRPr b="0" i="0" sz="2300" u="none" cap="none" strike="noStrike">
              <a:solidFill>
                <a:srgbClr val="000000"/>
              </a:solidFill>
              <a:latin typeface="Source Code Pro"/>
              <a:ea typeface="Source Code Pro"/>
              <a:cs typeface="Source Code Pro"/>
              <a:sym typeface="Source Code Pro"/>
            </a:endParaRPr>
          </a:p>
        </p:txBody>
      </p:sp>
      <p:pic>
        <p:nvPicPr>
          <p:cNvPr id="246" name="Google Shape;246;p29"/>
          <p:cNvPicPr preferRelativeResize="0"/>
          <p:nvPr/>
        </p:nvPicPr>
        <p:blipFill rotWithShape="1">
          <a:blip r:embed="rId3">
            <a:alphaModFix/>
          </a:blip>
          <a:srcRect b="44783" l="0" r="58956" t="0"/>
          <a:stretch/>
        </p:blipFill>
        <p:spPr>
          <a:xfrm>
            <a:off x="4639850" y="2266375"/>
            <a:ext cx="3752850" cy="2016451"/>
          </a:xfrm>
          <a:prstGeom prst="rect">
            <a:avLst/>
          </a:prstGeom>
          <a:noFill/>
          <a:ln>
            <a:noFill/>
          </a:ln>
        </p:spPr>
      </p:pic>
      <p:sp>
        <p:nvSpPr>
          <p:cNvPr id="247" name="Google Shape;247;p29"/>
          <p:cNvSpPr/>
          <p:nvPr/>
        </p:nvSpPr>
        <p:spPr>
          <a:xfrm rot="5400000">
            <a:off x="8167650" y="2953650"/>
            <a:ext cx="633900" cy="316800"/>
          </a:xfrm>
          <a:prstGeom prst="rightArrow">
            <a:avLst>
              <a:gd fmla="val 5000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p29"/>
          <p:cNvSpPr txBox="1"/>
          <p:nvPr/>
        </p:nvSpPr>
        <p:spPr>
          <a:xfrm>
            <a:off x="7887450" y="1963800"/>
            <a:ext cx="1096200" cy="8313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Proxima Nova"/>
                <a:ea typeface="Proxima Nova"/>
                <a:cs typeface="Proxima Nova"/>
                <a:sym typeface="Proxima Nova"/>
              </a:rPr>
              <a:t>This is the &lt;hr/&gt; tag result</a:t>
            </a:r>
            <a:endParaRPr b="0" i="0" sz="1400" u="none" cap="none" strike="noStrike">
              <a:solidFill>
                <a:srgbClr val="000000"/>
              </a:solidFill>
              <a:latin typeface="Proxima Nova"/>
              <a:ea typeface="Proxima Nova"/>
              <a:cs typeface="Proxima Nova"/>
              <a:sym typeface="Proxima Nova"/>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Try this</a:t>
            </a:r>
            <a:endParaRPr/>
          </a:p>
        </p:txBody>
      </p:sp>
      <p:sp>
        <p:nvSpPr>
          <p:cNvPr id="254" name="Google Shape;254;p30"/>
          <p:cNvSpPr txBox="1"/>
          <p:nvPr>
            <p:ph idx="1" type="body"/>
          </p:nvPr>
        </p:nvSpPr>
        <p:spPr>
          <a:xfrm>
            <a:off x="311700" y="1152475"/>
            <a:ext cx="8520600" cy="3817500"/>
          </a:xfrm>
          <a:prstGeom prst="rect">
            <a:avLst/>
          </a:prstGeom>
          <a:solidFill>
            <a:schemeClr val="dk1"/>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800"/>
              <a:buNone/>
            </a:pPr>
            <a:r>
              <a:rPr lang="en" sz="1550">
                <a:solidFill>
                  <a:srgbClr val="F8F8F2"/>
                </a:solidFill>
                <a:highlight>
                  <a:srgbClr val="272822"/>
                </a:highlight>
                <a:latin typeface="Courier New"/>
                <a:ea typeface="Courier New"/>
                <a:cs typeface="Courier New"/>
                <a:sym typeface="Courier New"/>
              </a:rPr>
              <a:t>&lt;</a:t>
            </a:r>
            <a:r>
              <a:rPr lang="en" sz="1550">
                <a:solidFill>
                  <a:srgbClr val="F92672"/>
                </a:solidFill>
                <a:highlight>
                  <a:srgbClr val="272822"/>
                </a:highlight>
                <a:latin typeface="Courier New"/>
                <a:ea typeface="Courier New"/>
                <a:cs typeface="Courier New"/>
                <a:sym typeface="Courier New"/>
              </a:rPr>
              <a:t>p</a:t>
            </a:r>
            <a:r>
              <a:rPr lang="en" sz="1550">
                <a:solidFill>
                  <a:srgbClr val="F8F8F2"/>
                </a:solidFill>
                <a:highlight>
                  <a:srgbClr val="272822"/>
                </a:highlight>
                <a:latin typeface="Courier New"/>
                <a:ea typeface="Courier New"/>
                <a:cs typeface="Courier New"/>
                <a:sym typeface="Courier New"/>
              </a:rPr>
              <a:t>&gt;</a:t>
            </a:r>
            <a:endParaRPr sz="155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550">
                <a:solidFill>
                  <a:srgbClr val="F8F8F2"/>
                </a:solidFill>
                <a:highlight>
                  <a:srgbClr val="272822"/>
                </a:highlight>
                <a:latin typeface="Courier New"/>
                <a:ea typeface="Courier New"/>
                <a:cs typeface="Courier New"/>
                <a:sym typeface="Courier New"/>
              </a:rPr>
              <a:t>Computing is the first faculty in PresUniv</a:t>
            </a:r>
            <a:endParaRPr sz="155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t/>
            </a:r>
            <a:endParaRPr sz="155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550">
                <a:solidFill>
                  <a:srgbClr val="F8F8F2"/>
                </a:solidFill>
                <a:highlight>
                  <a:srgbClr val="272822"/>
                </a:highlight>
                <a:latin typeface="Courier New"/>
                <a:ea typeface="Courier New"/>
                <a:cs typeface="Courier New"/>
                <a:sym typeface="Courier New"/>
              </a:rPr>
              <a:t>Computing consists of 5 study programs</a:t>
            </a:r>
            <a:endParaRPr sz="155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t/>
            </a:r>
            <a:endParaRPr sz="155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550">
                <a:solidFill>
                  <a:srgbClr val="F8F8F2"/>
                </a:solidFill>
                <a:highlight>
                  <a:srgbClr val="272822"/>
                </a:highlight>
                <a:latin typeface="Courier New"/>
                <a:ea typeface="Courier New"/>
                <a:cs typeface="Courier New"/>
                <a:sym typeface="Courier New"/>
              </a:rPr>
              <a:t>First is Informatics</a:t>
            </a:r>
            <a:endParaRPr sz="155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t/>
            </a:r>
            <a:endParaRPr sz="155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550">
                <a:solidFill>
                  <a:srgbClr val="F8F8F2"/>
                </a:solidFill>
                <a:highlight>
                  <a:srgbClr val="272822"/>
                </a:highlight>
                <a:latin typeface="Courier New"/>
                <a:ea typeface="Courier New"/>
                <a:cs typeface="Courier New"/>
                <a:sym typeface="Courier New"/>
              </a:rPr>
              <a:t>Second is Information System</a:t>
            </a:r>
            <a:endParaRPr sz="155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t/>
            </a:r>
            <a:endParaRPr sz="155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550">
                <a:solidFill>
                  <a:srgbClr val="F8F8F2"/>
                </a:solidFill>
                <a:highlight>
                  <a:srgbClr val="272822"/>
                </a:highlight>
                <a:latin typeface="Courier New"/>
                <a:ea typeface="Courier New"/>
                <a:cs typeface="Courier New"/>
                <a:sym typeface="Courier New"/>
              </a:rPr>
              <a:t>Third is Visual Communication Design</a:t>
            </a:r>
            <a:endParaRPr sz="155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t/>
            </a:r>
            <a:endParaRPr sz="155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550">
                <a:solidFill>
                  <a:srgbClr val="F8F8F2"/>
                </a:solidFill>
                <a:highlight>
                  <a:srgbClr val="272822"/>
                </a:highlight>
                <a:latin typeface="Courier New"/>
                <a:ea typeface="Courier New"/>
                <a:cs typeface="Courier New"/>
                <a:sym typeface="Courier New"/>
              </a:rPr>
              <a:t>Fourth is Interior Design</a:t>
            </a:r>
            <a:endParaRPr sz="155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t/>
            </a:r>
            <a:endParaRPr sz="155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550">
                <a:solidFill>
                  <a:srgbClr val="F8F8F2"/>
                </a:solidFill>
                <a:highlight>
                  <a:srgbClr val="272822"/>
                </a:highlight>
                <a:latin typeface="Courier New"/>
                <a:ea typeface="Courier New"/>
                <a:cs typeface="Courier New"/>
                <a:sym typeface="Courier New"/>
              </a:rPr>
              <a:t>Fifth is Master of Information Technology</a:t>
            </a:r>
            <a:endParaRPr sz="155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550">
                <a:solidFill>
                  <a:srgbClr val="F8F8F2"/>
                </a:solidFill>
                <a:highlight>
                  <a:srgbClr val="272822"/>
                </a:highlight>
                <a:latin typeface="Courier New"/>
                <a:ea typeface="Courier New"/>
                <a:cs typeface="Courier New"/>
                <a:sym typeface="Courier New"/>
              </a:rPr>
              <a:t>&lt;/</a:t>
            </a:r>
            <a:r>
              <a:rPr lang="en" sz="1550">
                <a:solidFill>
                  <a:srgbClr val="F92672"/>
                </a:solidFill>
                <a:highlight>
                  <a:srgbClr val="272822"/>
                </a:highlight>
                <a:latin typeface="Courier New"/>
                <a:ea typeface="Courier New"/>
                <a:cs typeface="Courier New"/>
                <a:sym typeface="Courier New"/>
              </a:rPr>
              <a:t>p</a:t>
            </a:r>
            <a:r>
              <a:rPr lang="en" sz="1550">
                <a:solidFill>
                  <a:srgbClr val="F8F8F2"/>
                </a:solidFill>
                <a:highlight>
                  <a:srgbClr val="272822"/>
                </a:highlight>
                <a:latin typeface="Courier New"/>
                <a:ea typeface="Courier New"/>
                <a:cs typeface="Courier New"/>
                <a:sym typeface="Courier New"/>
              </a:rPr>
              <a:t>&gt;</a:t>
            </a:r>
            <a:endParaRPr sz="23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3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What happened?</a:t>
            </a:r>
            <a:endParaRPr/>
          </a:p>
        </p:txBody>
      </p:sp>
      <p:sp>
        <p:nvSpPr>
          <p:cNvPr id="260" name="Google Shape;260;p3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0"/>
              </a:spcBef>
              <a:spcAft>
                <a:spcPts val="0"/>
              </a:spcAft>
              <a:buSzPts val="1800"/>
              <a:buNone/>
            </a:pPr>
            <a:r>
              <a:rPr lang="en"/>
              <a:t>Take a look at the result, the text will all be in one line instead of multiple lines as in the HTML script. To overcome this kind of problem, use the </a:t>
            </a:r>
            <a:r>
              <a:rPr lang="en">
                <a:latin typeface="Source Code Pro"/>
                <a:ea typeface="Source Code Pro"/>
                <a:cs typeface="Source Code Pro"/>
                <a:sym typeface="Source Code Pro"/>
              </a:rPr>
              <a:t>&lt;pre&gt;</a:t>
            </a:r>
            <a:r>
              <a:rPr lang="en"/>
              <a:t> tag.</a:t>
            </a:r>
            <a:endParaRPr/>
          </a:p>
          <a:p>
            <a:pPr indent="0" lvl="0" marL="0" rtl="0" algn="just">
              <a:lnSpc>
                <a:spcPct val="115000"/>
              </a:lnSpc>
              <a:spcBef>
                <a:spcPts val="1200"/>
              </a:spcBef>
              <a:spcAft>
                <a:spcPts val="0"/>
              </a:spcAft>
              <a:buSzPts val="1800"/>
              <a:buNone/>
            </a:pPr>
            <a:r>
              <a:t/>
            </a:r>
            <a:endParaRPr/>
          </a:p>
          <a:p>
            <a:pPr indent="0" lvl="0" marL="0" rtl="0" algn="just">
              <a:lnSpc>
                <a:spcPct val="115000"/>
              </a:lnSpc>
              <a:spcBef>
                <a:spcPts val="1200"/>
              </a:spcBef>
              <a:spcAft>
                <a:spcPts val="1200"/>
              </a:spcAft>
              <a:buSzPts val="1800"/>
              <a:buNone/>
            </a:pPr>
            <a:r>
              <a:rPr lang="en">
                <a:latin typeface="Source Code Pro"/>
                <a:ea typeface="Source Code Pro"/>
                <a:cs typeface="Source Code Pro"/>
                <a:sym typeface="Source Code Pro"/>
              </a:rPr>
              <a:t>&lt;pre&gt;</a:t>
            </a:r>
            <a:r>
              <a:rPr lang="en"/>
              <a:t> tag is the tag to make a preformatted text on our page. The result will be as similar as the script, but the content will be displayed with a fixed-width font (usually Courier) and it keeps the line breaks and spaces</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32"/>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Solution</a:t>
            </a:r>
            <a:endParaRPr/>
          </a:p>
        </p:txBody>
      </p:sp>
      <p:sp>
        <p:nvSpPr>
          <p:cNvPr id="266" name="Google Shape;266;p32"/>
          <p:cNvSpPr txBox="1"/>
          <p:nvPr>
            <p:ph idx="1" type="body"/>
          </p:nvPr>
        </p:nvSpPr>
        <p:spPr>
          <a:xfrm>
            <a:off x="311700" y="712925"/>
            <a:ext cx="8520600" cy="4257000"/>
          </a:xfrm>
          <a:prstGeom prst="rect">
            <a:avLst/>
          </a:prstGeom>
          <a:solidFill>
            <a:schemeClr val="dk1"/>
          </a:solid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800"/>
              <a:buNone/>
            </a:pPr>
            <a:r>
              <a:rPr lang="en" sz="1750">
                <a:solidFill>
                  <a:srgbClr val="F8F8F2"/>
                </a:solidFill>
                <a:highlight>
                  <a:srgbClr val="272822"/>
                </a:highlight>
                <a:latin typeface="Courier New"/>
                <a:ea typeface="Courier New"/>
                <a:cs typeface="Courier New"/>
                <a:sym typeface="Courier New"/>
              </a:rPr>
              <a:t>&lt;</a:t>
            </a:r>
            <a:r>
              <a:rPr lang="en" sz="1750">
                <a:solidFill>
                  <a:srgbClr val="F92672"/>
                </a:solidFill>
                <a:highlight>
                  <a:srgbClr val="272822"/>
                </a:highlight>
                <a:latin typeface="Courier New"/>
                <a:ea typeface="Courier New"/>
                <a:cs typeface="Courier New"/>
                <a:sym typeface="Courier New"/>
              </a:rPr>
              <a:t>pre</a:t>
            </a:r>
            <a:r>
              <a:rPr lang="en" sz="1750">
                <a:solidFill>
                  <a:srgbClr val="F8F8F2"/>
                </a:solidFill>
                <a:highlight>
                  <a:srgbClr val="272822"/>
                </a:highlight>
                <a:latin typeface="Courier New"/>
                <a:ea typeface="Courier New"/>
                <a:cs typeface="Courier New"/>
                <a:sym typeface="Courier New"/>
              </a:rPr>
              <a:t>&gt;</a:t>
            </a:r>
            <a:endParaRPr sz="175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750">
                <a:solidFill>
                  <a:srgbClr val="F8F8F2"/>
                </a:solidFill>
                <a:highlight>
                  <a:srgbClr val="272822"/>
                </a:highlight>
                <a:latin typeface="Courier New"/>
                <a:ea typeface="Courier New"/>
                <a:cs typeface="Courier New"/>
                <a:sym typeface="Courier New"/>
              </a:rPr>
              <a:t>Computing is the first faculty in PresUniv</a:t>
            </a:r>
            <a:endParaRPr sz="175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t/>
            </a:r>
            <a:endParaRPr sz="175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750">
                <a:solidFill>
                  <a:srgbClr val="F8F8F2"/>
                </a:solidFill>
                <a:highlight>
                  <a:srgbClr val="272822"/>
                </a:highlight>
                <a:latin typeface="Courier New"/>
                <a:ea typeface="Courier New"/>
                <a:cs typeface="Courier New"/>
                <a:sym typeface="Courier New"/>
              </a:rPr>
              <a:t>Computing consists of 5 study programs</a:t>
            </a:r>
            <a:endParaRPr sz="175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t/>
            </a:r>
            <a:endParaRPr sz="175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750">
                <a:solidFill>
                  <a:srgbClr val="F8F8F2"/>
                </a:solidFill>
                <a:highlight>
                  <a:srgbClr val="272822"/>
                </a:highlight>
                <a:latin typeface="Courier New"/>
                <a:ea typeface="Courier New"/>
                <a:cs typeface="Courier New"/>
                <a:sym typeface="Courier New"/>
              </a:rPr>
              <a:t>First is Informatics</a:t>
            </a:r>
            <a:endParaRPr sz="175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t/>
            </a:r>
            <a:endParaRPr sz="175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750">
                <a:solidFill>
                  <a:srgbClr val="F8F8F2"/>
                </a:solidFill>
                <a:highlight>
                  <a:srgbClr val="272822"/>
                </a:highlight>
                <a:latin typeface="Courier New"/>
                <a:ea typeface="Courier New"/>
                <a:cs typeface="Courier New"/>
                <a:sym typeface="Courier New"/>
              </a:rPr>
              <a:t>Second is Information System</a:t>
            </a:r>
            <a:endParaRPr sz="175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t/>
            </a:r>
            <a:endParaRPr sz="175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750">
                <a:solidFill>
                  <a:srgbClr val="F8F8F2"/>
                </a:solidFill>
                <a:highlight>
                  <a:srgbClr val="272822"/>
                </a:highlight>
                <a:latin typeface="Courier New"/>
                <a:ea typeface="Courier New"/>
                <a:cs typeface="Courier New"/>
                <a:sym typeface="Courier New"/>
              </a:rPr>
              <a:t>Third is Visual Communication Design</a:t>
            </a:r>
            <a:endParaRPr sz="175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t/>
            </a:r>
            <a:endParaRPr sz="175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750">
                <a:solidFill>
                  <a:srgbClr val="F8F8F2"/>
                </a:solidFill>
                <a:highlight>
                  <a:srgbClr val="272822"/>
                </a:highlight>
                <a:latin typeface="Courier New"/>
                <a:ea typeface="Courier New"/>
                <a:cs typeface="Courier New"/>
                <a:sym typeface="Courier New"/>
              </a:rPr>
              <a:t>Fourth is Interior Design</a:t>
            </a:r>
            <a:endParaRPr sz="175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t/>
            </a:r>
            <a:endParaRPr sz="175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750">
                <a:solidFill>
                  <a:srgbClr val="F8F8F2"/>
                </a:solidFill>
                <a:highlight>
                  <a:srgbClr val="272822"/>
                </a:highlight>
                <a:latin typeface="Courier New"/>
                <a:ea typeface="Courier New"/>
                <a:cs typeface="Courier New"/>
                <a:sym typeface="Courier New"/>
              </a:rPr>
              <a:t>Fifth is Master of Information Technology</a:t>
            </a:r>
            <a:endParaRPr sz="175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750">
                <a:solidFill>
                  <a:srgbClr val="F8F8F2"/>
                </a:solidFill>
                <a:highlight>
                  <a:srgbClr val="272822"/>
                </a:highlight>
                <a:latin typeface="Courier New"/>
                <a:ea typeface="Courier New"/>
                <a:cs typeface="Courier New"/>
                <a:sym typeface="Courier New"/>
              </a:rPr>
              <a:t>&lt;/</a:t>
            </a:r>
            <a:r>
              <a:rPr lang="en" sz="1750">
                <a:solidFill>
                  <a:srgbClr val="F92672"/>
                </a:solidFill>
                <a:highlight>
                  <a:srgbClr val="272822"/>
                </a:highlight>
                <a:latin typeface="Courier New"/>
                <a:ea typeface="Courier New"/>
                <a:cs typeface="Courier New"/>
                <a:sym typeface="Courier New"/>
              </a:rPr>
              <a:t>pre</a:t>
            </a:r>
            <a:r>
              <a:rPr lang="en" sz="1750">
                <a:solidFill>
                  <a:srgbClr val="F8F8F2"/>
                </a:solidFill>
                <a:highlight>
                  <a:srgbClr val="272822"/>
                </a:highlight>
                <a:latin typeface="Courier New"/>
                <a:ea typeface="Courier New"/>
                <a:cs typeface="Courier New"/>
                <a:sym typeface="Courier New"/>
              </a:rPr>
              <a:t>&gt;</a:t>
            </a:r>
            <a:endParaRPr sz="25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33"/>
          <p:cNvSpPr txBox="1"/>
          <p:nvPr>
            <p:ph type="title"/>
          </p:nvPr>
        </p:nvSpPr>
        <p:spPr>
          <a:xfrm>
            <a:off x="311700" y="64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Text Formatting</a:t>
            </a:r>
            <a:endParaRPr/>
          </a:p>
        </p:txBody>
      </p:sp>
      <p:graphicFrame>
        <p:nvGraphicFramePr>
          <p:cNvPr id="272" name="Google Shape;272;p33"/>
          <p:cNvGraphicFramePr/>
          <p:nvPr/>
        </p:nvGraphicFramePr>
        <p:xfrm>
          <a:off x="140375" y="857250"/>
          <a:ext cx="3000000" cy="3000000"/>
        </p:xfrm>
        <a:graphic>
          <a:graphicData uri="http://schemas.openxmlformats.org/drawingml/2006/table">
            <a:tbl>
              <a:tblPr>
                <a:noFill/>
                <a:tableStyleId>{3808CA22-74E7-4C48-A5C3-A892B13D5083}</a:tableStyleId>
              </a:tblPr>
              <a:tblGrid>
                <a:gridCol w="1252625"/>
                <a:gridCol w="7620525"/>
              </a:tblGrid>
              <a:tr h="467600">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t>Tag</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t>Function</a:t>
                      </a:r>
                      <a:endParaRPr sz="1200" u="none" cap="none" strike="noStrike"/>
                    </a:p>
                  </a:txBody>
                  <a:tcPr marT="91425" marB="91425" marR="91425" marL="91425"/>
                </a:tc>
              </a:tr>
              <a:tr h="467600">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Source Code Pro"/>
                          <a:ea typeface="Source Code Pro"/>
                          <a:cs typeface="Source Code Pro"/>
                          <a:sym typeface="Source Code Pro"/>
                        </a:rPr>
                        <a:t>&lt;b&gt; or &lt;strong&gt;</a:t>
                      </a:r>
                      <a:endParaRPr sz="1200" u="none" cap="none" strike="noStrike">
                        <a:latin typeface="Source Code Pro"/>
                        <a:ea typeface="Source Code Pro"/>
                        <a:cs typeface="Source Code Pro"/>
                        <a:sym typeface="Source Code Pro"/>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t>To make text into </a:t>
                      </a:r>
                      <a:r>
                        <a:rPr b="1" lang="en" sz="1200" u="none" cap="none" strike="noStrike"/>
                        <a:t>bold</a:t>
                      </a:r>
                      <a:r>
                        <a:rPr lang="en" sz="1200" u="none" cap="none" strike="noStrike"/>
                        <a:t>. The </a:t>
                      </a:r>
                      <a:r>
                        <a:rPr b="1" lang="en" sz="1200" u="none" cap="none" strike="noStrike"/>
                        <a:t>strong</a:t>
                      </a:r>
                      <a:r>
                        <a:rPr lang="en" sz="1200" u="none" cap="none" strike="noStrike"/>
                        <a:t> is used to give the sense of importance in the text</a:t>
                      </a:r>
                      <a:endParaRPr sz="1200" u="none" cap="none" strike="noStrike"/>
                    </a:p>
                  </a:txBody>
                  <a:tcPr marT="91425" marB="91425" marR="91425" marL="91425"/>
                </a:tc>
              </a:tr>
              <a:tr h="467600">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Source Code Pro"/>
                          <a:ea typeface="Source Code Pro"/>
                          <a:cs typeface="Source Code Pro"/>
                          <a:sym typeface="Source Code Pro"/>
                        </a:rPr>
                        <a:t>&lt;i&gt; or &lt;em&gt;</a:t>
                      </a:r>
                      <a:endParaRPr sz="1200" u="none" cap="none" strike="noStrike">
                        <a:latin typeface="Source Code Pro"/>
                        <a:ea typeface="Source Code Pro"/>
                        <a:cs typeface="Source Code Pro"/>
                        <a:sym typeface="Source Code Pro"/>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t>To make text into </a:t>
                      </a:r>
                      <a:r>
                        <a:rPr i="1" lang="en" sz="1200" u="none" cap="none" strike="noStrike"/>
                        <a:t>italic</a:t>
                      </a:r>
                      <a:r>
                        <a:rPr lang="en" sz="1200" u="none" cap="none" strike="noStrike"/>
                        <a:t>. The </a:t>
                      </a:r>
                      <a:r>
                        <a:rPr i="1" lang="en" sz="1200" u="none" cap="none" strike="noStrike"/>
                        <a:t>em</a:t>
                      </a:r>
                      <a:r>
                        <a:rPr lang="en" sz="1200" u="none" cap="none" strike="noStrike"/>
                        <a:t> is used to give more emphasize in the text</a:t>
                      </a:r>
                      <a:endParaRPr sz="1200" u="none" cap="none" strike="noStrike"/>
                    </a:p>
                  </a:txBody>
                  <a:tcPr marT="91425" marB="91425" marR="91425" marL="91425"/>
                </a:tc>
              </a:tr>
              <a:tr h="467600">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Source Code Pro"/>
                          <a:ea typeface="Source Code Pro"/>
                          <a:cs typeface="Source Code Pro"/>
                          <a:sym typeface="Source Code Pro"/>
                        </a:rPr>
                        <a:t>&lt;u&gt; or &lt;ins&gt;</a:t>
                      </a:r>
                      <a:endParaRPr sz="1200" u="none" cap="none" strike="noStrike">
                        <a:latin typeface="Source Code Pro"/>
                        <a:ea typeface="Source Code Pro"/>
                        <a:cs typeface="Source Code Pro"/>
                        <a:sym typeface="Source Code Pro"/>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t>To make text with </a:t>
                      </a:r>
                      <a:r>
                        <a:rPr lang="en" sz="1200" u="sng" cap="none" strike="noStrike"/>
                        <a:t>underline</a:t>
                      </a:r>
                      <a:r>
                        <a:rPr lang="en" sz="1200" u="none" cap="none" strike="noStrike"/>
                        <a:t>. The </a:t>
                      </a:r>
                      <a:r>
                        <a:rPr lang="en" sz="1200" u="sng" cap="none" strike="noStrike"/>
                        <a:t>ins</a:t>
                      </a:r>
                      <a:r>
                        <a:rPr lang="en" sz="1200" u="none" cap="none" strike="noStrike"/>
                        <a:t> is actually used to tell that the text is inserted</a:t>
                      </a:r>
                      <a:endParaRPr sz="1200" u="none" cap="none" strike="noStrike"/>
                    </a:p>
                  </a:txBody>
                  <a:tcPr marT="91425" marB="91425" marR="91425" marL="91425"/>
                </a:tc>
              </a:tr>
              <a:tr h="467600">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Source Code Pro"/>
                          <a:ea typeface="Source Code Pro"/>
                          <a:cs typeface="Source Code Pro"/>
                          <a:sym typeface="Source Code Pro"/>
                        </a:rPr>
                        <a:t>&lt;s&gt; or &lt;del&gt;</a:t>
                      </a:r>
                      <a:endParaRPr sz="1200" u="none" cap="none" strike="noStrike">
                        <a:latin typeface="Source Code Pro"/>
                        <a:ea typeface="Source Code Pro"/>
                        <a:cs typeface="Source Code Pro"/>
                        <a:sym typeface="Source Code Pro"/>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t>To give a text the </a:t>
                      </a:r>
                      <a:r>
                        <a:rPr lang="en" sz="1200" u="none" cap="none" strike="sngStrike"/>
                        <a:t>strikethrough</a:t>
                      </a:r>
                      <a:r>
                        <a:rPr lang="en" sz="1200" u="none" cap="none" strike="noStrike"/>
                        <a:t>. The </a:t>
                      </a:r>
                      <a:r>
                        <a:rPr lang="en" sz="1200" u="none" cap="none" strike="sngStrike"/>
                        <a:t>del</a:t>
                      </a:r>
                      <a:r>
                        <a:rPr lang="en" sz="1200" u="none" cap="none" strike="noStrike"/>
                        <a:t> is used to tell that the text is deleted</a:t>
                      </a:r>
                      <a:endParaRPr sz="1200" u="none" cap="none" strike="noStrike"/>
                    </a:p>
                  </a:txBody>
                  <a:tcPr marT="91425" marB="91425" marR="91425" marL="91425"/>
                </a:tc>
              </a:tr>
              <a:tr h="467600">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Source Code Pro"/>
                          <a:ea typeface="Source Code Pro"/>
                          <a:cs typeface="Source Code Pro"/>
                          <a:sym typeface="Source Code Pro"/>
                        </a:rPr>
                        <a:t>&lt;mark&gt;</a:t>
                      </a:r>
                      <a:endParaRPr sz="1200" u="none" cap="none" strike="noStrike">
                        <a:latin typeface="Source Code Pro"/>
                        <a:ea typeface="Source Code Pro"/>
                        <a:cs typeface="Source Code Pro"/>
                        <a:sym typeface="Source Code Pro"/>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t>To mark or highlight a text. Usually in </a:t>
                      </a:r>
                      <a:r>
                        <a:rPr lang="en" sz="1200" u="none" cap="none" strike="noStrike">
                          <a:highlight>
                            <a:srgbClr val="FFFF00"/>
                          </a:highlight>
                        </a:rPr>
                        <a:t>yellow</a:t>
                      </a:r>
                      <a:r>
                        <a:rPr lang="en" sz="1200" u="none" cap="none" strike="noStrike"/>
                        <a:t> color</a:t>
                      </a:r>
                      <a:endParaRPr sz="1200" u="none" cap="none" strike="noStrike"/>
                    </a:p>
                  </a:txBody>
                  <a:tcPr marT="91425" marB="91425" marR="91425" marL="91425"/>
                </a:tc>
              </a:tr>
              <a:tr h="467600">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Source Code Pro"/>
                          <a:ea typeface="Source Code Pro"/>
                          <a:cs typeface="Source Code Pro"/>
                          <a:sym typeface="Source Code Pro"/>
                        </a:rPr>
                        <a:t>&lt;big&gt; and &lt;small&gt;</a:t>
                      </a:r>
                      <a:endParaRPr sz="1200" u="none" cap="none" strike="noStrike">
                        <a:latin typeface="Source Code Pro"/>
                        <a:ea typeface="Source Code Pro"/>
                        <a:cs typeface="Source Code Pro"/>
                        <a:sym typeface="Source Code Pro"/>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t>As expected, to make text bigger or smaller than the one in the same part</a:t>
                      </a:r>
                      <a:endParaRPr sz="1200" u="none" cap="none" strike="noStrike"/>
                    </a:p>
                  </a:txBody>
                  <a:tcPr marT="91425" marB="91425" marR="91425" marL="91425"/>
                </a:tc>
              </a:tr>
              <a:tr h="467600">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Source Code Pro"/>
                          <a:ea typeface="Source Code Pro"/>
                          <a:cs typeface="Source Code Pro"/>
                          <a:sym typeface="Source Code Pro"/>
                        </a:rPr>
                        <a:t>&lt;sub&gt; and &lt;sup&gt;</a:t>
                      </a:r>
                      <a:endParaRPr sz="1200" u="none" cap="none" strike="noStrike">
                        <a:latin typeface="Source Code Pro"/>
                        <a:ea typeface="Source Code Pro"/>
                        <a:cs typeface="Source Code Pro"/>
                        <a:sym typeface="Source Code Pro"/>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t>To create text with subscript or superscript such as H</a:t>
                      </a:r>
                      <a:r>
                        <a:rPr baseline="-25000" lang="en" sz="1200" u="none" cap="none" strike="noStrike"/>
                        <a:t>2</a:t>
                      </a:r>
                      <a:r>
                        <a:rPr lang="en" sz="1200" u="none" cap="none" strike="noStrike"/>
                        <a:t>O or “e = m c</a:t>
                      </a:r>
                      <a:r>
                        <a:rPr baseline="30000" lang="en" sz="1200" u="none" cap="none" strike="noStrike"/>
                        <a:t>2</a:t>
                      </a:r>
                      <a:r>
                        <a:rPr lang="en" sz="1200" u="none" cap="none" strike="noStrike"/>
                        <a:t>”</a:t>
                      </a:r>
                      <a:endParaRPr sz="1200" u="none" cap="none" strike="noStrike"/>
                    </a:p>
                  </a:txBody>
                  <a:tcPr marT="91425" marB="91425" marR="91425" marL="91425"/>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4"/>
          <p:cNvSpPr txBox="1"/>
          <p:nvPr>
            <p:ph type="title"/>
          </p:nvPr>
        </p:nvSpPr>
        <p:spPr>
          <a:xfrm>
            <a:off x="311700" y="64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Text Formatting</a:t>
            </a:r>
            <a:endParaRPr/>
          </a:p>
        </p:txBody>
      </p:sp>
      <p:graphicFrame>
        <p:nvGraphicFramePr>
          <p:cNvPr id="278" name="Google Shape;278;p34"/>
          <p:cNvGraphicFramePr/>
          <p:nvPr/>
        </p:nvGraphicFramePr>
        <p:xfrm>
          <a:off x="140375" y="552450"/>
          <a:ext cx="3000000" cy="3000000"/>
        </p:xfrm>
        <a:graphic>
          <a:graphicData uri="http://schemas.openxmlformats.org/drawingml/2006/table">
            <a:tbl>
              <a:tblPr>
                <a:noFill/>
                <a:tableStyleId>{3808CA22-74E7-4C48-A5C3-A892B13D5083}</a:tableStyleId>
              </a:tblPr>
              <a:tblGrid>
                <a:gridCol w="1252625"/>
                <a:gridCol w="7620525"/>
              </a:tblGrid>
              <a:tr h="467600">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t>Tag</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t>Function</a:t>
                      </a:r>
                      <a:endParaRPr sz="1200" u="none" cap="none" strike="noStrike"/>
                    </a:p>
                  </a:txBody>
                  <a:tcPr marT="91425" marB="91425" marR="91425" marL="91425"/>
                </a:tc>
              </a:tr>
              <a:tr h="467600">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Source Code Pro"/>
                          <a:ea typeface="Source Code Pro"/>
                          <a:cs typeface="Source Code Pro"/>
                          <a:sym typeface="Source Code Pro"/>
                        </a:rPr>
                        <a:t>&lt;span&gt;</a:t>
                      </a:r>
                      <a:endParaRPr sz="1200" u="none" cap="none" strike="noStrike">
                        <a:latin typeface="Source Code Pro"/>
                        <a:ea typeface="Source Code Pro"/>
                        <a:cs typeface="Source Code Pro"/>
                        <a:sym typeface="Source Code Pro"/>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t>To contain or mark a section of a text</a:t>
                      </a:r>
                      <a:endParaRPr sz="1200" u="none" cap="none" strike="noStrike"/>
                    </a:p>
                  </a:txBody>
                  <a:tcPr marT="91425" marB="91425" marR="91425" marL="91425"/>
                </a:tc>
              </a:tr>
              <a:tr h="467600">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Source Code Pro"/>
                          <a:ea typeface="Source Code Pro"/>
                          <a:cs typeface="Source Code Pro"/>
                          <a:sym typeface="Source Code Pro"/>
                        </a:rPr>
                        <a:t>&lt;q&gt;</a:t>
                      </a:r>
                      <a:endParaRPr sz="1200" u="none" cap="none" strike="noStrike">
                        <a:latin typeface="Source Code Pro"/>
                        <a:ea typeface="Source Code Pro"/>
                        <a:cs typeface="Source Code Pro"/>
                        <a:sym typeface="Source Code Pro"/>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t>To put the text into quotation marks</a:t>
                      </a:r>
                      <a:endParaRPr sz="1200" u="none" cap="none" strike="noStrike"/>
                    </a:p>
                  </a:txBody>
                  <a:tcPr marT="91425" marB="91425" marR="91425" marL="91425"/>
                </a:tc>
              </a:tr>
              <a:tr h="467600">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Source Code Pro"/>
                          <a:ea typeface="Source Code Pro"/>
                          <a:cs typeface="Source Code Pro"/>
                          <a:sym typeface="Source Code Pro"/>
                        </a:rPr>
                        <a:t>&lt;abbr title=”title”&gt;</a:t>
                      </a:r>
                      <a:endParaRPr sz="1200" u="none" cap="none" strike="noStrike">
                        <a:latin typeface="Source Code Pro"/>
                        <a:ea typeface="Source Code Pro"/>
                        <a:cs typeface="Source Code Pro"/>
                        <a:sym typeface="Source Code Pro"/>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t>To tell that the text is abbreviation. The title attribute is to let the user see the title of the abbr. if hovered</a:t>
                      </a:r>
                      <a:endParaRPr sz="1200" u="none" cap="none" strike="noStrike"/>
                    </a:p>
                  </a:txBody>
                  <a:tcPr marT="91425" marB="91425" marR="91425" marL="91425"/>
                </a:tc>
              </a:tr>
              <a:tr h="467600">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Source Code Pro"/>
                          <a:ea typeface="Source Code Pro"/>
                          <a:cs typeface="Source Code Pro"/>
                          <a:sym typeface="Source Code Pro"/>
                        </a:rPr>
                        <a:t>&lt;code&gt;</a:t>
                      </a:r>
                      <a:endParaRPr sz="1200" u="none" cap="none" strike="noStrike">
                        <a:latin typeface="Source Code Pro"/>
                        <a:ea typeface="Source Code Pro"/>
                        <a:cs typeface="Source Code Pro"/>
                        <a:sym typeface="Source Code Pro"/>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t>To create a “source code”-like text</a:t>
                      </a:r>
                      <a:endParaRPr sz="1200" u="none" cap="none" strike="noStrike"/>
                    </a:p>
                  </a:txBody>
                  <a:tcPr marT="91425" marB="91425" marR="91425" marL="91425"/>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35"/>
          <p:cNvSpPr txBox="1"/>
          <p:nvPr>
            <p:ph type="title"/>
          </p:nvPr>
        </p:nvSpPr>
        <p:spPr>
          <a:xfrm>
            <a:off x="311700" y="64025"/>
            <a:ext cx="8520600" cy="437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44594"/>
              <a:buNone/>
            </a:pPr>
            <a:r>
              <a:rPr lang="en" sz="2220"/>
              <a:t>Several Examples of text formatting tags</a:t>
            </a:r>
            <a:endParaRPr sz="2220"/>
          </a:p>
        </p:txBody>
      </p:sp>
      <p:sp>
        <p:nvSpPr>
          <p:cNvPr id="284" name="Google Shape;284;p35"/>
          <p:cNvSpPr txBox="1"/>
          <p:nvPr>
            <p:ph idx="1" type="body"/>
          </p:nvPr>
        </p:nvSpPr>
        <p:spPr>
          <a:xfrm>
            <a:off x="311700" y="618168"/>
            <a:ext cx="8520600" cy="4318200"/>
          </a:xfrm>
          <a:prstGeom prst="rect">
            <a:avLst/>
          </a:prstGeom>
          <a:solidFill>
            <a:schemeClr val="dk1"/>
          </a:solid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sz="1700">
                <a:solidFill>
                  <a:srgbClr val="F8F8F2"/>
                </a:solidFill>
                <a:highlight>
                  <a:srgbClr val="272822"/>
                </a:highlight>
                <a:latin typeface="Courier New"/>
                <a:ea typeface="Courier New"/>
                <a:cs typeface="Courier New"/>
                <a:sym typeface="Courier New"/>
              </a:rPr>
              <a:t>&lt;</a:t>
            </a:r>
            <a:r>
              <a:rPr lang="en" sz="1700">
                <a:solidFill>
                  <a:srgbClr val="F92672"/>
                </a:solidFill>
                <a:highlight>
                  <a:srgbClr val="272822"/>
                </a:highlight>
                <a:latin typeface="Courier New"/>
                <a:ea typeface="Courier New"/>
                <a:cs typeface="Courier New"/>
                <a:sym typeface="Courier New"/>
              </a:rPr>
              <a:t>b</a:t>
            </a:r>
            <a:r>
              <a:rPr lang="en" sz="1700">
                <a:solidFill>
                  <a:srgbClr val="F8F8F2"/>
                </a:solidFill>
                <a:highlight>
                  <a:srgbClr val="272822"/>
                </a:highlight>
                <a:latin typeface="Courier New"/>
                <a:ea typeface="Courier New"/>
                <a:cs typeface="Courier New"/>
                <a:sym typeface="Courier New"/>
              </a:rPr>
              <a:t>&gt;This is bold text&lt;/</a:t>
            </a:r>
            <a:r>
              <a:rPr lang="en" sz="1700">
                <a:solidFill>
                  <a:srgbClr val="F92672"/>
                </a:solidFill>
                <a:highlight>
                  <a:srgbClr val="272822"/>
                </a:highlight>
                <a:latin typeface="Courier New"/>
                <a:ea typeface="Courier New"/>
                <a:cs typeface="Courier New"/>
                <a:sym typeface="Courier New"/>
              </a:rPr>
              <a:t>b</a:t>
            </a:r>
            <a:r>
              <a:rPr lang="en" sz="1700">
                <a:solidFill>
                  <a:srgbClr val="F8F8F2"/>
                </a:solidFill>
                <a:highlight>
                  <a:srgbClr val="272822"/>
                </a:highlight>
                <a:latin typeface="Courier New"/>
                <a:ea typeface="Courier New"/>
                <a:cs typeface="Courier New"/>
                <a:sym typeface="Courier New"/>
              </a:rPr>
              <a:t>&gt; &lt;</a:t>
            </a:r>
            <a:r>
              <a:rPr lang="en" sz="1700">
                <a:solidFill>
                  <a:srgbClr val="F92672"/>
                </a:solidFill>
                <a:highlight>
                  <a:srgbClr val="272822"/>
                </a:highlight>
                <a:latin typeface="Courier New"/>
                <a:ea typeface="Courier New"/>
                <a:cs typeface="Courier New"/>
                <a:sym typeface="Courier New"/>
              </a:rPr>
              <a:t>br</a:t>
            </a:r>
            <a:r>
              <a:rPr lang="en" sz="1700">
                <a:solidFill>
                  <a:srgbClr val="F8F8F2"/>
                </a:solidFill>
                <a:highlight>
                  <a:srgbClr val="272822"/>
                </a:highlight>
                <a:latin typeface="Courier New"/>
                <a:ea typeface="Courier New"/>
                <a:cs typeface="Courier New"/>
                <a:sym typeface="Courier New"/>
              </a:rPr>
              <a:t>/&gt;</a:t>
            </a:r>
            <a:endParaRPr sz="1700">
              <a:solidFill>
                <a:srgbClr val="F8F8F2"/>
              </a:solidFill>
              <a:highlight>
                <a:srgbClr val="272822"/>
              </a:highlight>
              <a:latin typeface="Courier New"/>
              <a:ea typeface="Courier New"/>
              <a:cs typeface="Courier New"/>
              <a:sym typeface="Courier New"/>
            </a:endParaRPr>
          </a:p>
          <a:p>
            <a:pPr indent="0" lvl="0" marL="0" rtl="0" algn="l">
              <a:lnSpc>
                <a:spcPct val="115000"/>
              </a:lnSpc>
              <a:spcBef>
                <a:spcPts val="0"/>
              </a:spcBef>
              <a:spcAft>
                <a:spcPts val="0"/>
              </a:spcAft>
              <a:buSzPts val="1800"/>
              <a:buNone/>
            </a:pPr>
            <a:r>
              <a:rPr lang="en" sz="1700">
                <a:solidFill>
                  <a:srgbClr val="F8F8F2"/>
                </a:solidFill>
                <a:highlight>
                  <a:srgbClr val="272822"/>
                </a:highlight>
                <a:latin typeface="Courier New"/>
                <a:ea typeface="Courier New"/>
                <a:cs typeface="Courier New"/>
                <a:sym typeface="Courier New"/>
              </a:rPr>
              <a:t>&lt;</a:t>
            </a:r>
            <a:r>
              <a:rPr lang="en" sz="1700">
                <a:solidFill>
                  <a:srgbClr val="F92672"/>
                </a:solidFill>
                <a:highlight>
                  <a:srgbClr val="272822"/>
                </a:highlight>
                <a:latin typeface="Courier New"/>
                <a:ea typeface="Courier New"/>
                <a:cs typeface="Courier New"/>
                <a:sym typeface="Courier New"/>
              </a:rPr>
              <a:t>strong</a:t>
            </a:r>
            <a:r>
              <a:rPr lang="en" sz="1700">
                <a:solidFill>
                  <a:srgbClr val="F8F8F2"/>
                </a:solidFill>
                <a:highlight>
                  <a:srgbClr val="272822"/>
                </a:highlight>
                <a:latin typeface="Courier New"/>
                <a:ea typeface="Courier New"/>
                <a:cs typeface="Courier New"/>
                <a:sym typeface="Courier New"/>
              </a:rPr>
              <a:t>&gt;This is bold, strong text&lt;/</a:t>
            </a:r>
            <a:r>
              <a:rPr lang="en" sz="1700">
                <a:solidFill>
                  <a:srgbClr val="F92672"/>
                </a:solidFill>
                <a:highlight>
                  <a:srgbClr val="272822"/>
                </a:highlight>
                <a:latin typeface="Courier New"/>
                <a:ea typeface="Courier New"/>
                <a:cs typeface="Courier New"/>
                <a:sym typeface="Courier New"/>
              </a:rPr>
              <a:t>strong</a:t>
            </a:r>
            <a:r>
              <a:rPr lang="en" sz="1700">
                <a:solidFill>
                  <a:srgbClr val="F8F8F2"/>
                </a:solidFill>
                <a:highlight>
                  <a:srgbClr val="272822"/>
                </a:highlight>
                <a:latin typeface="Courier New"/>
                <a:ea typeface="Courier New"/>
                <a:cs typeface="Courier New"/>
                <a:sym typeface="Courier New"/>
              </a:rPr>
              <a:t>&gt; &lt;</a:t>
            </a:r>
            <a:r>
              <a:rPr lang="en" sz="1700">
                <a:solidFill>
                  <a:srgbClr val="F92672"/>
                </a:solidFill>
                <a:highlight>
                  <a:srgbClr val="272822"/>
                </a:highlight>
                <a:latin typeface="Courier New"/>
                <a:ea typeface="Courier New"/>
                <a:cs typeface="Courier New"/>
                <a:sym typeface="Courier New"/>
              </a:rPr>
              <a:t>br</a:t>
            </a:r>
            <a:r>
              <a:rPr lang="en" sz="1700">
                <a:solidFill>
                  <a:srgbClr val="F8F8F2"/>
                </a:solidFill>
                <a:highlight>
                  <a:srgbClr val="272822"/>
                </a:highlight>
                <a:latin typeface="Courier New"/>
                <a:ea typeface="Courier New"/>
                <a:cs typeface="Courier New"/>
                <a:sym typeface="Courier New"/>
              </a:rPr>
              <a:t>/&gt;</a:t>
            </a:r>
            <a:endParaRPr sz="1700">
              <a:solidFill>
                <a:srgbClr val="F8F8F2"/>
              </a:solidFill>
              <a:highlight>
                <a:srgbClr val="272822"/>
              </a:highlight>
              <a:latin typeface="Courier New"/>
              <a:ea typeface="Courier New"/>
              <a:cs typeface="Courier New"/>
              <a:sym typeface="Courier New"/>
            </a:endParaRPr>
          </a:p>
          <a:p>
            <a:pPr indent="0" lvl="0" marL="0" rtl="0" algn="l">
              <a:lnSpc>
                <a:spcPct val="115000"/>
              </a:lnSpc>
              <a:spcBef>
                <a:spcPts val="0"/>
              </a:spcBef>
              <a:spcAft>
                <a:spcPts val="0"/>
              </a:spcAft>
              <a:buSzPts val="1800"/>
              <a:buNone/>
            </a:pPr>
            <a:r>
              <a:rPr lang="en" sz="1700">
                <a:solidFill>
                  <a:srgbClr val="F8F8F2"/>
                </a:solidFill>
                <a:highlight>
                  <a:srgbClr val="272822"/>
                </a:highlight>
                <a:latin typeface="Courier New"/>
                <a:ea typeface="Courier New"/>
                <a:cs typeface="Courier New"/>
                <a:sym typeface="Courier New"/>
              </a:rPr>
              <a:t>&lt;</a:t>
            </a:r>
            <a:r>
              <a:rPr lang="en" sz="1700">
                <a:solidFill>
                  <a:srgbClr val="F92672"/>
                </a:solidFill>
                <a:highlight>
                  <a:srgbClr val="272822"/>
                </a:highlight>
                <a:latin typeface="Courier New"/>
                <a:ea typeface="Courier New"/>
                <a:cs typeface="Courier New"/>
                <a:sym typeface="Courier New"/>
              </a:rPr>
              <a:t>i</a:t>
            </a:r>
            <a:r>
              <a:rPr lang="en" sz="1700">
                <a:solidFill>
                  <a:srgbClr val="F8F8F2"/>
                </a:solidFill>
                <a:highlight>
                  <a:srgbClr val="272822"/>
                </a:highlight>
                <a:latin typeface="Courier New"/>
                <a:ea typeface="Courier New"/>
                <a:cs typeface="Courier New"/>
                <a:sym typeface="Courier New"/>
              </a:rPr>
              <a:t>&gt;This is italic text&lt;/</a:t>
            </a:r>
            <a:r>
              <a:rPr lang="en" sz="1700">
                <a:solidFill>
                  <a:srgbClr val="F92672"/>
                </a:solidFill>
                <a:highlight>
                  <a:srgbClr val="272822"/>
                </a:highlight>
                <a:latin typeface="Courier New"/>
                <a:ea typeface="Courier New"/>
                <a:cs typeface="Courier New"/>
                <a:sym typeface="Courier New"/>
              </a:rPr>
              <a:t>i</a:t>
            </a:r>
            <a:r>
              <a:rPr lang="en" sz="1700">
                <a:solidFill>
                  <a:srgbClr val="F8F8F2"/>
                </a:solidFill>
                <a:highlight>
                  <a:srgbClr val="272822"/>
                </a:highlight>
                <a:latin typeface="Courier New"/>
                <a:ea typeface="Courier New"/>
                <a:cs typeface="Courier New"/>
                <a:sym typeface="Courier New"/>
              </a:rPr>
              <a:t>&gt; &lt;</a:t>
            </a:r>
            <a:r>
              <a:rPr lang="en" sz="1700">
                <a:solidFill>
                  <a:srgbClr val="F92672"/>
                </a:solidFill>
                <a:highlight>
                  <a:srgbClr val="272822"/>
                </a:highlight>
                <a:latin typeface="Courier New"/>
                <a:ea typeface="Courier New"/>
                <a:cs typeface="Courier New"/>
                <a:sym typeface="Courier New"/>
              </a:rPr>
              <a:t>br</a:t>
            </a:r>
            <a:r>
              <a:rPr lang="en" sz="1700">
                <a:solidFill>
                  <a:srgbClr val="F8F8F2"/>
                </a:solidFill>
                <a:highlight>
                  <a:srgbClr val="272822"/>
                </a:highlight>
                <a:latin typeface="Courier New"/>
                <a:ea typeface="Courier New"/>
                <a:cs typeface="Courier New"/>
                <a:sym typeface="Courier New"/>
              </a:rPr>
              <a:t>/&gt;</a:t>
            </a:r>
            <a:endParaRPr sz="1700">
              <a:solidFill>
                <a:srgbClr val="F8F8F2"/>
              </a:solidFill>
              <a:highlight>
                <a:srgbClr val="272822"/>
              </a:highlight>
              <a:latin typeface="Courier New"/>
              <a:ea typeface="Courier New"/>
              <a:cs typeface="Courier New"/>
              <a:sym typeface="Courier New"/>
            </a:endParaRPr>
          </a:p>
          <a:p>
            <a:pPr indent="0" lvl="0" marL="0" rtl="0" algn="l">
              <a:lnSpc>
                <a:spcPct val="115000"/>
              </a:lnSpc>
              <a:spcBef>
                <a:spcPts val="0"/>
              </a:spcBef>
              <a:spcAft>
                <a:spcPts val="0"/>
              </a:spcAft>
              <a:buSzPts val="1800"/>
              <a:buNone/>
            </a:pPr>
            <a:r>
              <a:rPr lang="en" sz="1700">
                <a:solidFill>
                  <a:srgbClr val="F8F8F2"/>
                </a:solidFill>
                <a:highlight>
                  <a:srgbClr val="272822"/>
                </a:highlight>
                <a:latin typeface="Courier New"/>
                <a:ea typeface="Courier New"/>
                <a:cs typeface="Courier New"/>
                <a:sym typeface="Courier New"/>
              </a:rPr>
              <a:t>&lt;</a:t>
            </a:r>
            <a:r>
              <a:rPr lang="en" sz="1700">
                <a:solidFill>
                  <a:srgbClr val="F92672"/>
                </a:solidFill>
                <a:highlight>
                  <a:srgbClr val="272822"/>
                </a:highlight>
                <a:latin typeface="Courier New"/>
                <a:ea typeface="Courier New"/>
                <a:cs typeface="Courier New"/>
                <a:sym typeface="Courier New"/>
              </a:rPr>
              <a:t>em</a:t>
            </a:r>
            <a:r>
              <a:rPr lang="en" sz="1700">
                <a:solidFill>
                  <a:srgbClr val="F8F8F2"/>
                </a:solidFill>
                <a:highlight>
                  <a:srgbClr val="272822"/>
                </a:highlight>
                <a:latin typeface="Courier New"/>
                <a:ea typeface="Courier New"/>
                <a:cs typeface="Courier New"/>
                <a:sym typeface="Courier New"/>
              </a:rPr>
              <a:t>&gt;This is italic, emphasized text&lt;/</a:t>
            </a:r>
            <a:r>
              <a:rPr lang="en" sz="1700">
                <a:solidFill>
                  <a:srgbClr val="F92672"/>
                </a:solidFill>
                <a:highlight>
                  <a:srgbClr val="272822"/>
                </a:highlight>
                <a:latin typeface="Courier New"/>
                <a:ea typeface="Courier New"/>
                <a:cs typeface="Courier New"/>
                <a:sym typeface="Courier New"/>
              </a:rPr>
              <a:t>em</a:t>
            </a:r>
            <a:r>
              <a:rPr lang="en" sz="1700">
                <a:solidFill>
                  <a:srgbClr val="F8F8F2"/>
                </a:solidFill>
                <a:highlight>
                  <a:srgbClr val="272822"/>
                </a:highlight>
                <a:latin typeface="Courier New"/>
                <a:ea typeface="Courier New"/>
                <a:cs typeface="Courier New"/>
                <a:sym typeface="Courier New"/>
              </a:rPr>
              <a:t>&gt; &lt;</a:t>
            </a:r>
            <a:r>
              <a:rPr lang="en" sz="1700">
                <a:solidFill>
                  <a:srgbClr val="F92672"/>
                </a:solidFill>
                <a:highlight>
                  <a:srgbClr val="272822"/>
                </a:highlight>
                <a:latin typeface="Courier New"/>
                <a:ea typeface="Courier New"/>
                <a:cs typeface="Courier New"/>
                <a:sym typeface="Courier New"/>
              </a:rPr>
              <a:t>br</a:t>
            </a:r>
            <a:r>
              <a:rPr lang="en" sz="1700">
                <a:solidFill>
                  <a:srgbClr val="F8F8F2"/>
                </a:solidFill>
                <a:highlight>
                  <a:srgbClr val="272822"/>
                </a:highlight>
                <a:latin typeface="Courier New"/>
                <a:ea typeface="Courier New"/>
                <a:cs typeface="Courier New"/>
                <a:sym typeface="Courier New"/>
              </a:rPr>
              <a:t>/&gt;</a:t>
            </a:r>
            <a:endParaRPr sz="1700">
              <a:solidFill>
                <a:srgbClr val="F8F8F2"/>
              </a:solidFill>
              <a:highlight>
                <a:srgbClr val="272822"/>
              </a:highlight>
              <a:latin typeface="Courier New"/>
              <a:ea typeface="Courier New"/>
              <a:cs typeface="Courier New"/>
              <a:sym typeface="Courier New"/>
            </a:endParaRPr>
          </a:p>
          <a:p>
            <a:pPr indent="0" lvl="0" marL="0" rtl="0" algn="l">
              <a:lnSpc>
                <a:spcPct val="115000"/>
              </a:lnSpc>
              <a:spcBef>
                <a:spcPts val="0"/>
              </a:spcBef>
              <a:spcAft>
                <a:spcPts val="0"/>
              </a:spcAft>
              <a:buSzPts val="1800"/>
              <a:buNone/>
            </a:pPr>
            <a:r>
              <a:rPr lang="en" sz="1700">
                <a:solidFill>
                  <a:srgbClr val="F8F8F2"/>
                </a:solidFill>
                <a:highlight>
                  <a:srgbClr val="272822"/>
                </a:highlight>
                <a:latin typeface="Courier New"/>
                <a:ea typeface="Courier New"/>
                <a:cs typeface="Courier New"/>
                <a:sym typeface="Courier New"/>
              </a:rPr>
              <a:t>&lt;</a:t>
            </a:r>
            <a:r>
              <a:rPr lang="en" sz="1700">
                <a:solidFill>
                  <a:srgbClr val="F92672"/>
                </a:solidFill>
                <a:highlight>
                  <a:srgbClr val="272822"/>
                </a:highlight>
                <a:latin typeface="Courier New"/>
                <a:ea typeface="Courier New"/>
                <a:cs typeface="Courier New"/>
                <a:sym typeface="Courier New"/>
              </a:rPr>
              <a:t>u</a:t>
            </a:r>
            <a:r>
              <a:rPr lang="en" sz="1700">
                <a:solidFill>
                  <a:srgbClr val="F8F8F2"/>
                </a:solidFill>
                <a:highlight>
                  <a:srgbClr val="272822"/>
                </a:highlight>
                <a:latin typeface="Courier New"/>
                <a:ea typeface="Courier New"/>
                <a:cs typeface="Courier New"/>
                <a:sym typeface="Courier New"/>
              </a:rPr>
              <a:t>&gt;This is underlined text&lt;/</a:t>
            </a:r>
            <a:r>
              <a:rPr lang="en" sz="1700">
                <a:solidFill>
                  <a:srgbClr val="F92672"/>
                </a:solidFill>
                <a:highlight>
                  <a:srgbClr val="272822"/>
                </a:highlight>
                <a:latin typeface="Courier New"/>
                <a:ea typeface="Courier New"/>
                <a:cs typeface="Courier New"/>
                <a:sym typeface="Courier New"/>
              </a:rPr>
              <a:t>u</a:t>
            </a:r>
            <a:r>
              <a:rPr lang="en" sz="1700">
                <a:solidFill>
                  <a:srgbClr val="F8F8F2"/>
                </a:solidFill>
                <a:highlight>
                  <a:srgbClr val="272822"/>
                </a:highlight>
                <a:latin typeface="Courier New"/>
                <a:ea typeface="Courier New"/>
                <a:cs typeface="Courier New"/>
                <a:sym typeface="Courier New"/>
              </a:rPr>
              <a:t>&gt; &lt;</a:t>
            </a:r>
            <a:r>
              <a:rPr lang="en" sz="1700">
                <a:solidFill>
                  <a:srgbClr val="F92672"/>
                </a:solidFill>
                <a:highlight>
                  <a:srgbClr val="272822"/>
                </a:highlight>
                <a:latin typeface="Courier New"/>
                <a:ea typeface="Courier New"/>
                <a:cs typeface="Courier New"/>
                <a:sym typeface="Courier New"/>
              </a:rPr>
              <a:t>br</a:t>
            </a:r>
            <a:r>
              <a:rPr lang="en" sz="1700">
                <a:solidFill>
                  <a:srgbClr val="F8F8F2"/>
                </a:solidFill>
                <a:highlight>
                  <a:srgbClr val="272822"/>
                </a:highlight>
                <a:latin typeface="Courier New"/>
                <a:ea typeface="Courier New"/>
                <a:cs typeface="Courier New"/>
                <a:sym typeface="Courier New"/>
              </a:rPr>
              <a:t>/&gt;</a:t>
            </a:r>
            <a:endParaRPr sz="1700">
              <a:solidFill>
                <a:srgbClr val="F8F8F2"/>
              </a:solidFill>
              <a:highlight>
                <a:srgbClr val="272822"/>
              </a:highlight>
              <a:latin typeface="Courier New"/>
              <a:ea typeface="Courier New"/>
              <a:cs typeface="Courier New"/>
              <a:sym typeface="Courier New"/>
            </a:endParaRPr>
          </a:p>
          <a:p>
            <a:pPr indent="0" lvl="0" marL="0" rtl="0" algn="l">
              <a:lnSpc>
                <a:spcPct val="115000"/>
              </a:lnSpc>
              <a:spcBef>
                <a:spcPts val="0"/>
              </a:spcBef>
              <a:spcAft>
                <a:spcPts val="0"/>
              </a:spcAft>
              <a:buSzPts val="1800"/>
              <a:buNone/>
            </a:pPr>
            <a:r>
              <a:rPr lang="en" sz="1700">
                <a:solidFill>
                  <a:srgbClr val="F8F8F2"/>
                </a:solidFill>
                <a:highlight>
                  <a:srgbClr val="272822"/>
                </a:highlight>
                <a:latin typeface="Courier New"/>
                <a:ea typeface="Courier New"/>
                <a:cs typeface="Courier New"/>
                <a:sym typeface="Courier New"/>
              </a:rPr>
              <a:t>&lt;</a:t>
            </a:r>
            <a:r>
              <a:rPr lang="en" sz="1700">
                <a:solidFill>
                  <a:srgbClr val="F92672"/>
                </a:solidFill>
                <a:highlight>
                  <a:srgbClr val="272822"/>
                </a:highlight>
                <a:latin typeface="Courier New"/>
                <a:ea typeface="Courier New"/>
                <a:cs typeface="Courier New"/>
                <a:sym typeface="Courier New"/>
              </a:rPr>
              <a:t>ins</a:t>
            </a:r>
            <a:r>
              <a:rPr lang="en" sz="1700">
                <a:solidFill>
                  <a:srgbClr val="F8F8F2"/>
                </a:solidFill>
                <a:highlight>
                  <a:srgbClr val="272822"/>
                </a:highlight>
                <a:latin typeface="Courier New"/>
                <a:ea typeface="Courier New"/>
                <a:cs typeface="Courier New"/>
                <a:sym typeface="Courier New"/>
              </a:rPr>
              <a:t>&gt;This is inserted text&lt;/</a:t>
            </a:r>
            <a:r>
              <a:rPr lang="en" sz="1700">
                <a:solidFill>
                  <a:srgbClr val="F92672"/>
                </a:solidFill>
                <a:highlight>
                  <a:srgbClr val="272822"/>
                </a:highlight>
                <a:latin typeface="Courier New"/>
                <a:ea typeface="Courier New"/>
                <a:cs typeface="Courier New"/>
                <a:sym typeface="Courier New"/>
              </a:rPr>
              <a:t>ins</a:t>
            </a:r>
            <a:r>
              <a:rPr lang="en" sz="1700">
                <a:solidFill>
                  <a:srgbClr val="F8F8F2"/>
                </a:solidFill>
                <a:highlight>
                  <a:srgbClr val="272822"/>
                </a:highlight>
                <a:latin typeface="Courier New"/>
                <a:ea typeface="Courier New"/>
                <a:cs typeface="Courier New"/>
                <a:sym typeface="Courier New"/>
              </a:rPr>
              <a:t>&gt; &lt;</a:t>
            </a:r>
            <a:r>
              <a:rPr lang="en" sz="1700">
                <a:solidFill>
                  <a:srgbClr val="F92672"/>
                </a:solidFill>
                <a:highlight>
                  <a:srgbClr val="272822"/>
                </a:highlight>
                <a:latin typeface="Courier New"/>
                <a:ea typeface="Courier New"/>
                <a:cs typeface="Courier New"/>
                <a:sym typeface="Courier New"/>
              </a:rPr>
              <a:t>br</a:t>
            </a:r>
            <a:r>
              <a:rPr lang="en" sz="1700">
                <a:solidFill>
                  <a:srgbClr val="F8F8F2"/>
                </a:solidFill>
                <a:highlight>
                  <a:srgbClr val="272822"/>
                </a:highlight>
                <a:latin typeface="Courier New"/>
                <a:ea typeface="Courier New"/>
                <a:cs typeface="Courier New"/>
                <a:sym typeface="Courier New"/>
              </a:rPr>
              <a:t>/&gt;</a:t>
            </a:r>
            <a:endParaRPr sz="1700">
              <a:solidFill>
                <a:srgbClr val="F8F8F2"/>
              </a:solidFill>
              <a:highlight>
                <a:srgbClr val="272822"/>
              </a:highlight>
              <a:latin typeface="Courier New"/>
              <a:ea typeface="Courier New"/>
              <a:cs typeface="Courier New"/>
              <a:sym typeface="Courier New"/>
            </a:endParaRPr>
          </a:p>
          <a:p>
            <a:pPr indent="0" lvl="0" marL="0" rtl="0" algn="l">
              <a:lnSpc>
                <a:spcPct val="115000"/>
              </a:lnSpc>
              <a:spcBef>
                <a:spcPts val="0"/>
              </a:spcBef>
              <a:spcAft>
                <a:spcPts val="0"/>
              </a:spcAft>
              <a:buSzPts val="1800"/>
              <a:buNone/>
            </a:pPr>
            <a:r>
              <a:rPr lang="en" sz="1700">
                <a:solidFill>
                  <a:srgbClr val="F8F8F2"/>
                </a:solidFill>
                <a:highlight>
                  <a:srgbClr val="272822"/>
                </a:highlight>
                <a:latin typeface="Courier New"/>
                <a:ea typeface="Courier New"/>
                <a:cs typeface="Courier New"/>
                <a:sym typeface="Courier New"/>
              </a:rPr>
              <a:t>I &lt;</a:t>
            </a:r>
            <a:r>
              <a:rPr lang="en" sz="1700">
                <a:solidFill>
                  <a:srgbClr val="F92672"/>
                </a:solidFill>
                <a:highlight>
                  <a:srgbClr val="272822"/>
                </a:highlight>
                <a:latin typeface="Courier New"/>
                <a:ea typeface="Courier New"/>
                <a:cs typeface="Courier New"/>
                <a:sym typeface="Courier New"/>
              </a:rPr>
              <a:t>s</a:t>
            </a:r>
            <a:r>
              <a:rPr lang="en" sz="1700">
                <a:solidFill>
                  <a:srgbClr val="F8F8F2"/>
                </a:solidFill>
                <a:highlight>
                  <a:srgbClr val="272822"/>
                </a:highlight>
                <a:latin typeface="Courier New"/>
                <a:ea typeface="Courier New"/>
                <a:cs typeface="Courier New"/>
                <a:sym typeface="Courier New"/>
              </a:rPr>
              <a:t>&gt;hate&lt;/</a:t>
            </a:r>
            <a:r>
              <a:rPr lang="en" sz="1700">
                <a:solidFill>
                  <a:srgbClr val="F92672"/>
                </a:solidFill>
                <a:highlight>
                  <a:srgbClr val="272822"/>
                </a:highlight>
                <a:latin typeface="Courier New"/>
                <a:ea typeface="Courier New"/>
                <a:cs typeface="Courier New"/>
                <a:sym typeface="Courier New"/>
              </a:rPr>
              <a:t>s</a:t>
            </a:r>
            <a:r>
              <a:rPr lang="en" sz="1700">
                <a:solidFill>
                  <a:srgbClr val="F8F8F2"/>
                </a:solidFill>
                <a:highlight>
                  <a:srgbClr val="272822"/>
                </a:highlight>
                <a:latin typeface="Courier New"/>
                <a:ea typeface="Courier New"/>
                <a:cs typeface="Courier New"/>
                <a:sym typeface="Courier New"/>
              </a:rPr>
              <a:t>&gt; love programming! &lt;</a:t>
            </a:r>
            <a:r>
              <a:rPr lang="en" sz="1700">
                <a:solidFill>
                  <a:srgbClr val="F92672"/>
                </a:solidFill>
                <a:highlight>
                  <a:srgbClr val="272822"/>
                </a:highlight>
                <a:latin typeface="Courier New"/>
                <a:ea typeface="Courier New"/>
                <a:cs typeface="Courier New"/>
                <a:sym typeface="Courier New"/>
              </a:rPr>
              <a:t>br</a:t>
            </a:r>
            <a:r>
              <a:rPr lang="en" sz="1700">
                <a:solidFill>
                  <a:srgbClr val="F8F8F2"/>
                </a:solidFill>
                <a:highlight>
                  <a:srgbClr val="272822"/>
                </a:highlight>
                <a:latin typeface="Courier New"/>
                <a:ea typeface="Courier New"/>
                <a:cs typeface="Courier New"/>
                <a:sym typeface="Courier New"/>
              </a:rPr>
              <a:t>/&gt;</a:t>
            </a:r>
            <a:endParaRPr sz="1700">
              <a:solidFill>
                <a:srgbClr val="F8F8F2"/>
              </a:solidFill>
              <a:highlight>
                <a:srgbClr val="272822"/>
              </a:highlight>
              <a:latin typeface="Courier New"/>
              <a:ea typeface="Courier New"/>
              <a:cs typeface="Courier New"/>
              <a:sym typeface="Courier New"/>
            </a:endParaRPr>
          </a:p>
          <a:p>
            <a:pPr indent="0" lvl="0" marL="0" rtl="0" algn="l">
              <a:lnSpc>
                <a:spcPct val="115000"/>
              </a:lnSpc>
              <a:spcBef>
                <a:spcPts val="0"/>
              </a:spcBef>
              <a:spcAft>
                <a:spcPts val="0"/>
              </a:spcAft>
              <a:buSzPts val="1800"/>
              <a:buNone/>
            </a:pPr>
            <a:r>
              <a:rPr lang="en" sz="1700">
                <a:solidFill>
                  <a:srgbClr val="F8F8F2"/>
                </a:solidFill>
                <a:highlight>
                  <a:srgbClr val="272822"/>
                </a:highlight>
                <a:latin typeface="Courier New"/>
                <a:ea typeface="Courier New"/>
                <a:cs typeface="Courier New"/>
                <a:sym typeface="Courier New"/>
              </a:rPr>
              <a:t>HTML is a &lt;</a:t>
            </a:r>
            <a:r>
              <a:rPr lang="en" sz="1700">
                <a:solidFill>
                  <a:srgbClr val="F92672"/>
                </a:solidFill>
                <a:highlight>
                  <a:srgbClr val="272822"/>
                </a:highlight>
                <a:latin typeface="Courier New"/>
                <a:ea typeface="Courier New"/>
                <a:cs typeface="Courier New"/>
                <a:sym typeface="Courier New"/>
              </a:rPr>
              <a:t>del</a:t>
            </a:r>
            <a:r>
              <a:rPr lang="en" sz="1700">
                <a:solidFill>
                  <a:srgbClr val="F8F8F2"/>
                </a:solidFill>
                <a:highlight>
                  <a:srgbClr val="272822"/>
                </a:highlight>
                <a:latin typeface="Courier New"/>
                <a:ea typeface="Courier New"/>
                <a:cs typeface="Courier New"/>
                <a:sym typeface="Courier New"/>
              </a:rPr>
              <a:t>&gt;Programming&lt;/</a:t>
            </a:r>
            <a:r>
              <a:rPr lang="en" sz="1700">
                <a:solidFill>
                  <a:srgbClr val="F92672"/>
                </a:solidFill>
                <a:highlight>
                  <a:srgbClr val="272822"/>
                </a:highlight>
                <a:latin typeface="Courier New"/>
                <a:ea typeface="Courier New"/>
                <a:cs typeface="Courier New"/>
                <a:sym typeface="Courier New"/>
              </a:rPr>
              <a:t>del</a:t>
            </a:r>
            <a:r>
              <a:rPr lang="en" sz="1700">
                <a:solidFill>
                  <a:srgbClr val="F8F8F2"/>
                </a:solidFill>
                <a:highlight>
                  <a:srgbClr val="272822"/>
                </a:highlight>
                <a:latin typeface="Courier New"/>
                <a:ea typeface="Courier New"/>
                <a:cs typeface="Courier New"/>
                <a:sym typeface="Courier New"/>
              </a:rPr>
              <a:t>&gt; Markup Language &lt;</a:t>
            </a:r>
            <a:r>
              <a:rPr lang="en" sz="1700">
                <a:solidFill>
                  <a:srgbClr val="F92672"/>
                </a:solidFill>
                <a:highlight>
                  <a:srgbClr val="272822"/>
                </a:highlight>
                <a:latin typeface="Courier New"/>
                <a:ea typeface="Courier New"/>
                <a:cs typeface="Courier New"/>
                <a:sym typeface="Courier New"/>
              </a:rPr>
              <a:t>br</a:t>
            </a:r>
            <a:r>
              <a:rPr lang="en" sz="1700">
                <a:solidFill>
                  <a:srgbClr val="F8F8F2"/>
                </a:solidFill>
                <a:highlight>
                  <a:srgbClr val="272822"/>
                </a:highlight>
                <a:latin typeface="Courier New"/>
                <a:ea typeface="Courier New"/>
                <a:cs typeface="Courier New"/>
                <a:sym typeface="Courier New"/>
              </a:rPr>
              <a:t>/&gt;</a:t>
            </a:r>
            <a:endParaRPr sz="1700">
              <a:solidFill>
                <a:srgbClr val="F8F8F2"/>
              </a:solidFill>
              <a:highlight>
                <a:srgbClr val="272822"/>
              </a:highlight>
              <a:latin typeface="Courier New"/>
              <a:ea typeface="Courier New"/>
              <a:cs typeface="Courier New"/>
              <a:sym typeface="Courier New"/>
            </a:endParaRPr>
          </a:p>
          <a:p>
            <a:pPr indent="0" lvl="0" marL="0" rtl="0" algn="l">
              <a:lnSpc>
                <a:spcPct val="115000"/>
              </a:lnSpc>
              <a:spcBef>
                <a:spcPts val="0"/>
              </a:spcBef>
              <a:spcAft>
                <a:spcPts val="0"/>
              </a:spcAft>
              <a:buSzPts val="1800"/>
              <a:buNone/>
            </a:pPr>
            <a:r>
              <a:rPr lang="en" sz="1700">
                <a:solidFill>
                  <a:srgbClr val="F8F8F2"/>
                </a:solidFill>
                <a:highlight>
                  <a:srgbClr val="272822"/>
                </a:highlight>
                <a:latin typeface="Courier New"/>
                <a:ea typeface="Courier New"/>
                <a:cs typeface="Courier New"/>
                <a:sym typeface="Courier New"/>
              </a:rPr>
              <a:t>Human lies, but &lt;</a:t>
            </a:r>
            <a:r>
              <a:rPr lang="en" sz="1700">
                <a:solidFill>
                  <a:srgbClr val="F92672"/>
                </a:solidFill>
                <a:highlight>
                  <a:srgbClr val="272822"/>
                </a:highlight>
                <a:latin typeface="Courier New"/>
                <a:ea typeface="Courier New"/>
                <a:cs typeface="Courier New"/>
                <a:sym typeface="Courier New"/>
              </a:rPr>
              <a:t>mark</a:t>
            </a:r>
            <a:r>
              <a:rPr lang="en" sz="1700">
                <a:solidFill>
                  <a:srgbClr val="F8F8F2"/>
                </a:solidFill>
                <a:highlight>
                  <a:srgbClr val="272822"/>
                </a:highlight>
                <a:latin typeface="Courier New"/>
                <a:ea typeface="Courier New"/>
                <a:cs typeface="Courier New"/>
                <a:sym typeface="Courier New"/>
              </a:rPr>
              <a:t>&gt;Code&lt;/</a:t>
            </a:r>
            <a:r>
              <a:rPr lang="en" sz="1700">
                <a:solidFill>
                  <a:srgbClr val="F92672"/>
                </a:solidFill>
                <a:highlight>
                  <a:srgbClr val="272822"/>
                </a:highlight>
                <a:latin typeface="Courier New"/>
                <a:ea typeface="Courier New"/>
                <a:cs typeface="Courier New"/>
                <a:sym typeface="Courier New"/>
              </a:rPr>
              <a:t>mark</a:t>
            </a:r>
            <a:r>
              <a:rPr lang="en" sz="1700">
                <a:solidFill>
                  <a:srgbClr val="F8F8F2"/>
                </a:solidFill>
                <a:highlight>
                  <a:srgbClr val="272822"/>
                </a:highlight>
                <a:latin typeface="Courier New"/>
                <a:ea typeface="Courier New"/>
                <a:cs typeface="Courier New"/>
                <a:sym typeface="Courier New"/>
              </a:rPr>
              <a:t>&gt; does not &lt;</a:t>
            </a:r>
            <a:r>
              <a:rPr lang="en" sz="1700">
                <a:solidFill>
                  <a:srgbClr val="F92672"/>
                </a:solidFill>
                <a:highlight>
                  <a:srgbClr val="272822"/>
                </a:highlight>
                <a:latin typeface="Courier New"/>
                <a:ea typeface="Courier New"/>
                <a:cs typeface="Courier New"/>
                <a:sym typeface="Courier New"/>
              </a:rPr>
              <a:t>br</a:t>
            </a:r>
            <a:r>
              <a:rPr lang="en" sz="1700">
                <a:solidFill>
                  <a:srgbClr val="F8F8F2"/>
                </a:solidFill>
                <a:highlight>
                  <a:srgbClr val="272822"/>
                </a:highlight>
                <a:latin typeface="Courier New"/>
                <a:ea typeface="Courier New"/>
                <a:cs typeface="Courier New"/>
                <a:sym typeface="Courier New"/>
              </a:rPr>
              <a:t>/&gt;</a:t>
            </a:r>
            <a:endParaRPr sz="1700">
              <a:solidFill>
                <a:srgbClr val="F8F8F2"/>
              </a:solidFill>
              <a:highlight>
                <a:srgbClr val="272822"/>
              </a:highlight>
              <a:latin typeface="Courier New"/>
              <a:ea typeface="Courier New"/>
              <a:cs typeface="Courier New"/>
              <a:sym typeface="Courier New"/>
            </a:endParaRPr>
          </a:p>
          <a:p>
            <a:pPr indent="0" lvl="0" marL="0" rtl="0" algn="l">
              <a:lnSpc>
                <a:spcPct val="115000"/>
              </a:lnSpc>
              <a:spcBef>
                <a:spcPts val="0"/>
              </a:spcBef>
              <a:spcAft>
                <a:spcPts val="0"/>
              </a:spcAft>
              <a:buSzPts val="1800"/>
              <a:buNone/>
            </a:pPr>
            <a:r>
              <a:rPr lang="en" sz="1700">
                <a:solidFill>
                  <a:srgbClr val="F8F8F2"/>
                </a:solidFill>
                <a:highlight>
                  <a:srgbClr val="272822"/>
                </a:highlight>
                <a:latin typeface="Courier New"/>
                <a:ea typeface="Courier New"/>
                <a:cs typeface="Courier New"/>
                <a:sym typeface="Courier New"/>
              </a:rPr>
              <a:t>Elephant is &lt;</a:t>
            </a:r>
            <a:r>
              <a:rPr lang="en" sz="1700">
                <a:solidFill>
                  <a:srgbClr val="F44747"/>
                </a:solidFill>
                <a:highlight>
                  <a:srgbClr val="272822"/>
                </a:highlight>
                <a:latin typeface="Courier New"/>
                <a:ea typeface="Courier New"/>
                <a:cs typeface="Courier New"/>
                <a:sym typeface="Courier New"/>
              </a:rPr>
              <a:t>big</a:t>
            </a:r>
            <a:r>
              <a:rPr lang="en" sz="1700">
                <a:solidFill>
                  <a:srgbClr val="F8F8F2"/>
                </a:solidFill>
                <a:highlight>
                  <a:srgbClr val="272822"/>
                </a:highlight>
                <a:latin typeface="Courier New"/>
                <a:ea typeface="Courier New"/>
                <a:cs typeface="Courier New"/>
                <a:sym typeface="Courier New"/>
              </a:rPr>
              <a:t>&gt;big&lt;/</a:t>
            </a:r>
            <a:r>
              <a:rPr lang="en" sz="1700">
                <a:solidFill>
                  <a:srgbClr val="F44747"/>
                </a:solidFill>
                <a:highlight>
                  <a:srgbClr val="272822"/>
                </a:highlight>
                <a:latin typeface="Courier New"/>
                <a:ea typeface="Courier New"/>
                <a:cs typeface="Courier New"/>
                <a:sym typeface="Courier New"/>
              </a:rPr>
              <a:t>big</a:t>
            </a:r>
            <a:r>
              <a:rPr lang="en" sz="1700">
                <a:solidFill>
                  <a:srgbClr val="F8F8F2"/>
                </a:solidFill>
                <a:highlight>
                  <a:srgbClr val="272822"/>
                </a:highlight>
                <a:latin typeface="Courier New"/>
                <a:ea typeface="Courier New"/>
                <a:cs typeface="Courier New"/>
                <a:sym typeface="Courier New"/>
              </a:rPr>
              <a:t>&gt;, and ant is &lt;</a:t>
            </a:r>
            <a:r>
              <a:rPr lang="en" sz="1700">
                <a:solidFill>
                  <a:srgbClr val="F92672"/>
                </a:solidFill>
                <a:highlight>
                  <a:srgbClr val="272822"/>
                </a:highlight>
                <a:latin typeface="Courier New"/>
                <a:ea typeface="Courier New"/>
                <a:cs typeface="Courier New"/>
                <a:sym typeface="Courier New"/>
              </a:rPr>
              <a:t>small</a:t>
            </a:r>
            <a:r>
              <a:rPr lang="en" sz="1700">
                <a:solidFill>
                  <a:srgbClr val="F8F8F2"/>
                </a:solidFill>
                <a:highlight>
                  <a:srgbClr val="272822"/>
                </a:highlight>
                <a:latin typeface="Courier New"/>
                <a:ea typeface="Courier New"/>
                <a:cs typeface="Courier New"/>
                <a:sym typeface="Courier New"/>
              </a:rPr>
              <a:t>&gt;small&lt;/</a:t>
            </a:r>
            <a:r>
              <a:rPr lang="en" sz="1700">
                <a:solidFill>
                  <a:srgbClr val="F92672"/>
                </a:solidFill>
                <a:highlight>
                  <a:srgbClr val="272822"/>
                </a:highlight>
                <a:latin typeface="Courier New"/>
                <a:ea typeface="Courier New"/>
                <a:cs typeface="Courier New"/>
                <a:sym typeface="Courier New"/>
              </a:rPr>
              <a:t>small</a:t>
            </a:r>
            <a:r>
              <a:rPr lang="en" sz="1700">
                <a:solidFill>
                  <a:srgbClr val="F8F8F2"/>
                </a:solidFill>
                <a:highlight>
                  <a:srgbClr val="272822"/>
                </a:highlight>
                <a:latin typeface="Courier New"/>
                <a:ea typeface="Courier New"/>
                <a:cs typeface="Courier New"/>
                <a:sym typeface="Courier New"/>
              </a:rPr>
              <a:t>&gt; &lt;</a:t>
            </a:r>
            <a:r>
              <a:rPr lang="en" sz="1700">
                <a:solidFill>
                  <a:srgbClr val="F92672"/>
                </a:solidFill>
                <a:highlight>
                  <a:srgbClr val="272822"/>
                </a:highlight>
                <a:latin typeface="Courier New"/>
                <a:ea typeface="Courier New"/>
                <a:cs typeface="Courier New"/>
                <a:sym typeface="Courier New"/>
              </a:rPr>
              <a:t>br</a:t>
            </a:r>
            <a:r>
              <a:rPr lang="en" sz="1700">
                <a:solidFill>
                  <a:srgbClr val="F8F8F2"/>
                </a:solidFill>
                <a:highlight>
                  <a:srgbClr val="272822"/>
                </a:highlight>
                <a:latin typeface="Courier New"/>
                <a:ea typeface="Courier New"/>
                <a:cs typeface="Courier New"/>
                <a:sym typeface="Courier New"/>
              </a:rPr>
              <a:t>/&gt;</a:t>
            </a:r>
            <a:endParaRPr sz="1700">
              <a:solidFill>
                <a:srgbClr val="F8F8F2"/>
              </a:solidFill>
              <a:highlight>
                <a:srgbClr val="272822"/>
              </a:highlight>
              <a:latin typeface="Courier New"/>
              <a:ea typeface="Courier New"/>
              <a:cs typeface="Courier New"/>
              <a:sym typeface="Courier New"/>
            </a:endParaRPr>
          </a:p>
          <a:p>
            <a:pPr indent="0" lvl="0" marL="0" rtl="0" algn="l">
              <a:lnSpc>
                <a:spcPct val="115000"/>
              </a:lnSpc>
              <a:spcBef>
                <a:spcPts val="0"/>
              </a:spcBef>
              <a:spcAft>
                <a:spcPts val="0"/>
              </a:spcAft>
              <a:buSzPts val="1800"/>
              <a:buNone/>
            </a:pPr>
            <a:r>
              <a:rPr lang="en" sz="1700">
                <a:solidFill>
                  <a:srgbClr val="F8F8F2"/>
                </a:solidFill>
                <a:highlight>
                  <a:srgbClr val="272822"/>
                </a:highlight>
                <a:latin typeface="Courier New"/>
                <a:ea typeface="Courier New"/>
                <a:cs typeface="Courier New"/>
                <a:sym typeface="Courier New"/>
              </a:rPr>
              <a:t>Water in Chemistry: H&lt;</a:t>
            </a:r>
            <a:r>
              <a:rPr lang="en" sz="1700">
                <a:solidFill>
                  <a:srgbClr val="F92672"/>
                </a:solidFill>
                <a:highlight>
                  <a:srgbClr val="272822"/>
                </a:highlight>
                <a:latin typeface="Courier New"/>
                <a:ea typeface="Courier New"/>
                <a:cs typeface="Courier New"/>
                <a:sym typeface="Courier New"/>
              </a:rPr>
              <a:t>sub</a:t>
            </a:r>
            <a:r>
              <a:rPr lang="en" sz="1700">
                <a:solidFill>
                  <a:srgbClr val="F8F8F2"/>
                </a:solidFill>
                <a:highlight>
                  <a:srgbClr val="272822"/>
                </a:highlight>
                <a:latin typeface="Courier New"/>
                <a:ea typeface="Courier New"/>
                <a:cs typeface="Courier New"/>
                <a:sym typeface="Courier New"/>
              </a:rPr>
              <a:t>&gt;2&lt;/</a:t>
            </a:r>
            <a:r>
              <a:rPr lang="en" sz="1700">
                <a:solidFill>
                  <a:srgbClr val="F92672"/>
                </a:solidFill>
                <a:highlight>
                  <a:srgbClr val="272822"/>
                </a:highlight>
                <a:latin typeface="Courier New"/>
                <a:ea typeface="Courier New"/>
                <a:cs typeface="Courier New"/>
                <a:sym typeface="Courier New"/>
              </a:rPr>
              <a:t>sub</a:t>
            </a:r>
            <a:r>
              <a:rPr lang="en" sz="1700">
                <a:solidFill>
                  <a:srgbClr val="F8F8F2"/>
                </a:solidFill>
                <a:highlight>
                  <a:srgbClr val="272822"/>
                </a:highlight>
                <a:latin typeface="Courier New"/>
                <a:ea typeface="Courier New"/>
                <a:cs typeface="Courier New"/>
                <a:sym typeface="Courier New"/>
              </a:rPr>
              <a:t>&gt;O &lt;</a:t>
            </a:r>
            <a:r>
              <a:rPr lang="en" sz="1700">
                <a:solidFill>
                  <a:srgbClr val="F92672"/>
                </a:solidFill>
                <a:highlight>
                  <a:srgbClr val="272822"/>
                </a:highlight>
                <a:latin typeface="Courier New"/>
                <a:ea typeface="Courier New"/>
                <a:cs typeface="Courier New"/>
                <a:sym typeface="Courier New"/>
              </a:rPr>
              <a:t>br</a:t>
            </a:r>
            <a:r>
              <a:rPr lang="en" sz="1700">
                <a:solidFill>
                  <a:srgbClr val="F8F8F2"/>
                </a:solidFill>
                <a:highlight>
                  <a:srgbClr val="272822"/>
                </a:highlight>
                <a:latin typeface="Courier New"/>
                <a:ea typeface="Courier New"/>
                <a:cs typeface="Courier New"/>
                <a:sym typeface="Courier New"/>
              </a:rPr>
              <a:t>/&gt;</a:t>
            </a:r>
            <a:endParaRPr sz="1700">
              <a:solidFill>
                <a:srgbClr val="F8F8F2"/>
              </a:solidFill>
              <a:highlight>
                <a:srgbClr val="272822"/>
              </a:highlight>
              <a:latin typeface="Courier New"/>
              <a:ea typeface="Courier New"/>
              <a:cs typeface="Courier New"/>
              <a:sym typeface="Courier New"/>
            </a:endParaRPr>
          </a:p>
          <a:p>
            <a:pPr indent="0" lvl="0" marL="0" rtl="0" algn="l">
              <a:lnSpc>
                <a:spcPct val="115000"/>
              </a:lnSpc>
              <a:spcBef>
                <a:spcPts val="0"/>
              </a:spcBef>
              <a:spcAft>
                <a:spcPts val="0"/>
              </a:spcAft>
              <a:buSzPts val="1800"/>
              <a:buNone/>
            </a:pPr>
            <a:r>
              <a:rPr lang="en" sz="1700">
                <a:solidFill>
                  <a:srgbClr val="F8F8F2"/>
                </a:solidFill>
                <a:highlight>
                  <a:srgbClr val="272822"/>
                </a:highlight>
                <a:latin typeface="Courier New"/>
                <a:ea typeface="Courier New"/>
                <a:cs typeface="Courier New"/>
                <a:sym typeface="Courier New"/>
              </a:rPr>
              <a:t>Oppenheimer and Einstein :) e = mc&lt;</a:t>
            </a:r>
            <a:r>
              <a:rPr lang="en" sz="1700">
                <a:solidFill>
                  <a:srgbClr val="F92672"/>
                </a:solidFill>
                <a:highlight>
                  <a:srgbClr val="272822"/>
                </a:highlight>
                <a:latin typeface="Courier New"/>
                <a:ea typeface="Courier New"/>
                <a:cs typeface="Courier New"/>
                <a:sym typeface="Courier New"/>
              </a:rPr>
              <a:t>sup</a:t>
            </a:r>
            <a:r>
              <a:rPr lang="en" sz="1700">
                <a:solidFill>
                  <a:srgbClr val="F8F8F2"/>
                </a:solidFill>
                <a:highlight>
                  <a:srgbClr val="272822"/>
                </a:highlight>
                <a:latin typeface="Courier New"/>
                <a:ea typeface="Courier New"/>
                <a:cs typeface="Courier New"/>
                <a:sym typeface="Courier New"/>
              </a:rPr>
              <a:t>&gt;2&lt;/</a:t>
            </a:r>
            <a:r>
              <a:rPr lang="en" sz="1700">
                <a:solidFill>
                  <a:srgbClr val="F92672"/>
                </a:solidFill>
                <a:highlight>
                  <a:srgbClr val="272822"/>
                </a:highlight>
                <a:latin typeface="Courier New"/>
                <a:ea typeface="Courier New"/>
                <a:cs typeface="Courier New"/>
                <a:sym typeface="Courier New"/>
              </a:rPr>
              <a:t>sup</a:t>
            </a:r>
            <a:r>
              <a:rPr lang="en" sz="1700">
                <a:solidFill>
                  <a:srgbClr val="F8F8F2"/>
                </a:solidFill>
                <a:highlight>
                  <a:srgbClr val="272822"/>
                </a:highlight>
                <a:latin typeface="Courier New"/>
                <a:ea typeface="Courier New"/>
                <a:cs typeface="Courier New"/>
                <a:sym typeface="Courier New"/>
              </a:rPr>
              <a:t>&gt; &lt;</a:t>
            </a:r>
            <a:r>
              <a:rPr lang="en" sz="1700">
                <a:solidFill>
                  <a:srgbClr val="F92672"/>
                </a:solidFill>
                <a:highlight>
                  <a:srgbClr val="272822"/>
                </a:highlight>
                <a:latin typeface="Courier New"/>
                <a:ea typeface="Courier New"/>
                <a:cs typeface="Courier New"/>
                <a:sym typeface="Courier New"/>
              </a:rPr>
              <a:t>br</a:t>
            </a:r>
            <a:r>
              <a:rPr lang="en" sz="1700">
                <a:solidFill>
                  <a:srgbClr val="F8F8F2"/>
                </a:solidFill>
                <a:highlight>
                  <a:srgbClr val="272822"/>
                </a:highlight>
                <a:latin typeface="Courier New"/>
                <a:ea typeface="Courier New"/>
                <a:cs typeface="Courier New"/>
                <a:sym typeface="Courier New"/>
              </a:rPr>
              <a:t>/&gt;</a:t>
            </a:r>
            <a:endParaRPr sz="26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36"/>
          <p:cNvSpPr txBox="1"/>
          <p:nvPr>
            <p:ph idx="1" type="body"/>
          </p:nvPr>
        </p:nvSpPr>
        <p:spPr>
          <a:xfrm>
            <a:off x="311700" y="343350"/>
            <a:ext cx="8520600" cy="4569000"/>
          </a:xfrm>
          <a:prstGeom prst="rect">
            <a:avLst/>
          </a:prstGeom>
          <a:solidFill>
            <a:schemeClr val="dk1"/>
          </a:solid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sz="1500">
                <a:solidFill>
                  <a:srgbClr val="F8F8F2"/>
                </a:solidFill>
                <a:highlight>
                  <a:srgbClr val="272822"/>
                </a:highlight>
                <a:latin typeface="Courier New"/>
                <a:ea typeface="Courier New"/>
                <a:cs typeface="Courier New"/>
                <a:sym typeface="Courier New"/>
              </a:rPr>
              <a:t>&lt;</a:t>
            </a:r>
            <a:r>
              <a:rPr lang="en" sz="1500">
                <a:solidFill>
                  <a:srgbClr val="F92672"/>
                </a:solidFill>
                <a:highlight>
                  <a:srgbClr val="272822"/>
                </a:highlight>
                <a:latin typeface="Courier New"/>
                <a:ea typeface="Courier New"/>
                <a:cs typeface="Courier New"/>
                <a:sym typeface="Courier New"/>
              </a:rPr>
              <a:t>span</a:t>
            </a:r>
            <a:r>
              <a:rPr lang="en" sz="1500">
                <a:solidFill>
                  <a:srgbClr val="F8F8F2"/>
                </a:solidFill>
                <a:highlight>
                  <a:srgbClr val="272822"/>
                </a:highlight>
                <a:latin typeface="Courier New"/>
                <a:ea typeface="Courier New"/>
                <a:cs typeface="Courier New"/>
                <a:sym typeface="Courier New"/>
              </a:rPr>
              <a:t>&gt;Computing&lt;/</a:t>
            </a:r>
            <a:r>
              <a:rPr lang="en" sz="1500">
                <a:solidFill>
                  <a:srgbClr val="F92672"/>
                </a:solidFill>
                <a:highlight>
                  <a:srgbClr val="272822"/>
                </a:highlight>
                <a:latin typeface="Courier New"/>
                <a:ea typeface="Courier New"/>
                <a:cs typeface="Courier New"/>
                <a:sym typeface="Courier New"/>
              </a:rPr>
              <a:t>span</a:t>
            </a:r>
            <a:r>
              <a:rPr lang="en" sz="1500">
                <a:solidFill>
                  <a:srgbClr val="F8F8F2"/>
                </a:solidFill>
                <a:highlight>
                  <a:srgbClr val="272822"/>
                </a:highlight>
                <a:latin typeface="Courier New"/>
                <a:ea typeface="Courier New"/>
                <a:cs typeface="Courier New"/>
                <a:sym typeface="Courier New"/>
              </a:rPr>
              <a:t>&gt; tagline is &lt;</a:t>
            </a:r>
            <a:r>
              <a:rPr lang="en" sz="1500">
                <a:solidFill>
                  <a:srgbClr val="F92672"/>
                </a:solidFill>
                <a:highlight>
                  <a:srgbClr val="272822"/>
                </a:highlight>
                <a:latin typeface="Courier New"/>
                <a:ea typeface="Courier New"/>
                <a:cs typeface="Courier New"/>
                <a:sym typeface="Courier New"/>
              </a:rPr>
              <a:t>q</a:t>
            </a:r>
            <a:r>
              <a:rPr lang="en" sz="1500">
                <a:solidFill>
                  <a:srgbClr val="F8F8F2"/>
                </a:solidFill>
                <a:highlight>
                  <a:srgbClr val="272822"/>
                </a:highlight>
                <a:latin typeface="Courier New"/>
                <a:ea typeface="Courier New"/>
                <a:cs typeface="Courier New"/>
                <a:sym typeface="Courier New"/>
              </a:rPr>
              <a:t>&gt;Be Strong, One, Determination&lt;/</a:t>
            </a:r>
            <a:r>
              <a:rPr lang="en" sz="1500">
                <a:solidFill>
                  <a:srgbClr val="F92672"/>
                </a:solidFill>
                <a:highlight>
                  <a:srgbClr val="272822"/>
                </a:highlight>
                <a:latin typeface="Courier New"/>
                <a:ea typeface="Courier New"/>
                <a:cs typeface="Courier New"/>
                <a:sym typeface="Courier New"/>
              </a:rPr>
              <a:t>q</a:t>
            </a:r>
            <a:r>
              <a:rPr lang="en" sz="1500">
                <a:solidFill>
                  <a:srgbClr val="F8F8F2"/>
                </a:solidFill>
                <a:highlight>
                  <a:srgbClr val="272822"/>
                </a:highlight>
                <a:latin typeface="Courier New"/>
                <a:ea typeface="Courier New"/>
                <a:cs typeface="Courier New"/>
                <a:sym typeface="Courier New"/>
              </a:rPr>
              <a:t>&gt; &lt;</a:t>
            </a:r>
            <a:r>
              <a:rPr lang="en" sz="1500">
                <a:solidFill>
                  <a:srgbClr val="F92672"/>
                </a:solidFill>
                <a:highlight>
                  <a:srgbClr val="272822"/>
                </a:highlight>
                <a:latin typeface="Courier New"/>
                <a:ea typeface="Courier New"/>
                <a:cs typeface="Courier New"/>
                <a:sym typeface="Courier New"/>
              </a:rPr>
              <a:t>br</a:t>
            </a:r>
            <a:r>
              <a:rPr lang="en" sz="1500">
                <a:solidFill>
                  <a:srgbClr val="F8F8F2"/>
                </a:solidFill>
                <a:highlight>
                  <a:srgbClr val="272822"/>
                </a:highlight>
                <a:latin typeface="Courier New"/>
                <a:ea typeface="Courier New"/>
                <a:cs typeface="Courier New"/>
                <a:sym typeface="Courier New"/>
              </a:rPr>
              <a:t>/&gt;</a:t>
            </a:r>
            <a:endParaRPr sz="1500">
              <a:solidFill>
                <a:srgbClr val="F8F8F2"/>
              </a:solidFill>
              <a:highlight>
                <a:srgbClr val="272822"/>
              </a:highlight>
              <a:latin typeface="Courier New"/>
              <a:ea typeface="Courier New"/>
              <a:cs typeface="Courier New"/>
              <a:sym typeface="Courier New"/>
            </a:endParaRPr>
          </a:p>
          <a:p>
            <a:pPr indent="0" lvl="0" marL="0" rtl="0" algn="l">
              <a:lnSpc>
                <a:spcPct val="115000"/>
              </a:lnSpc>
              <a:spcBef>
                <a:spcPts val="0"/>
              </a:spcBef>
              <a:spcAft>
                <a:spcPts val="0"/>
              </a:spcAft>
              <a:buSzPts val="1800"/>
              <a:buNone/>
            </a:pPr>
            <a:r>
              <a:rPr lang="en" sz="1500">
                <a:solidFill>
                  <a:srgbClr val="F8F8F2"/>
                </a:solidFill>
                <a:highlight>
                  <a:srgbClr val="272822"/>
                </a:highlight>
                <a:latin typeface="Courier New"/>
                <a:ea typeface="Courier New"/>
                <a:cs typeface="Courier New"/>
                <a:sym typeface="Courier New"/>
              </a:rPr>
              <a:t>Although &lt;</a:t>
            </a:r>
            <a:r>
              <a:rPr lang="en" sz="1500">
                <a:solidFill>
                  <a:srgbClr val="F92672"/>
                </a:solidFill>
                <a:highlight>
                  <a:srgbClr val="272822"/>
                </a:highlight>
                <a:latin typeface="Courier New"/>
                <a:ea typeface="Courier New"/>
                <a:cs typeface="Courier New"/>
                <a:sym typeface="Courier New"/>
              </a:rPr>
              <a:t>abbr</a:t>
            </a:r>
            <a:r>
              <a:rPr lang="en" sz="1500">
                <a:solidFill>
                  <a:srgbClr val="F8F8F2"/>
                </a:solidFill>
                <a:highlight>
                  <a:srgbClr val="272822"/>
                </a:highlight>
                <a:latin typeface="Courier New"/>
                <a:ea typeface="Courier New"/>
                <a:cs typeface="Courier New"/>
                <a:sym typeface="Courier New"/>
              </a:rPr>
              <a:t> </a:t>
            </a:r>
            <a:r>
              <a:rPr lang="en" sz="1500">
                <a:solidFill>
                  <a:srgbClr val="A6E22E"/>
                </a:solidFill>
                <a:highlight>
                  <a:srgbClr val="272822"/>
                </a:highlight>
                <a:latin typeface="Courier New"/>
                <a:ea typeface="Courier New"/>
                <a:cs typeface="Courier New"/>
                <a:sym typeface="Courier New"/>
              </a:rPr>
              <a:t>title</a:t>
            </a:r>
            <a:r>
              <a:rPr lang="en" sz="1500">
                <a:solidFill>
                  <a:srgbClr val="F8F8F2"/>
                </a:solidFill>
                <a:highlight>
                  <a:srgbClr val="272822"/>
                </a:highlight>
                <a:latin typeface="Courier New"/>
                <a:ea typeface="Courier New"/>
                <a:cs typeface="Courier New"/>
                <a:sym typeface="Courier New"/>
              </a:rPr>
              <a:t>=</a:t>
            </a:r>
            <a:r>
              <a:rPr lang="en" sz="1500">
                <a:solidFill>
                  <a:srgbClr val="E6DB74"/>
                </a:solidFill>
                <a:highlight>
                  <a:srgbClr val="272822"/>
                </a:highlight>
                <a:latin typeface="Courier New"/>
                <a:ea typeface="Courier New"/>
                <a:cs typeface="Courier New"/>
                <a:sym typeface="Courier New"/>
              </a:rPr>
              <a:t>"Blue Screen of Death"</a:t>
            </a:r>
            <a:r>
              <a:rPr lang="en" sz="1500">
                <a:solidFill>
                  <a:srgbClr val="F8F8F2"/>
                </a:solidFill>
                <a:highlight>
                  <a:srgbClr val="272822"/>
                </a:highlight>
                <a:latin typeface="Courier New"/>
                <a:ea typeface="Courier New"/>
                <a:cs typeface="Courier New"/>
                <a:sym typeface="Courier New"/>
              </a:rPr>
              <a:t>&gt;BSOD&lt;/</a:t>
            </a:r>
            <a:r>
              <a:rPr lang="en" sz="1500">
                <a:solidFill>
                  <a:srgbClr val="F92672"/>
                </a:solidFill>
                <a:highlight>
                  <a:srgbClr val="272822"/>
                </a:highlight>
                <a:latin typeface="Courier New"/>
                <a:ea typeface="Courier New"/>
                <a:cs typeface="Courier New"/>
                <a:sym typeface="Courier New"/>
              </a:rPr>
              <a:t>abbr</a:t>
            </a:r>
            <a:r>
              <a:rPr lang="en" sz="1500">
                <a:solidFill>
                  <a:srgbClr val="F8F8F2"/>
                </a:solidFill>
                <a:highlight>
                  <a:srgbClr val="272822"/>
                </a:highlight>
                <a:latin typeface="Courier New"/>
                <a:ea typeface="Courier New"/>
                <a:cs typeface="Courier New"/>
                <a:sym typeface="Courier New"/>
              </a:rPr>
              <a:t>&gt;</a:t>
            </a:r>
            <a:endParaRPr sz="1500">
              <a:solidFill>
                <a:srgbClr val="F8F8F2"/>
              </a:solidFill>
              <a:highlight>
                <a:srgbClr val="272822"/>
              </a:highlight>
              <a:latin typeface="Courier New"/>
              <a:ea typeface="Courier New"/>
              <a:cs typeface="Courier New"/>
              <a:sym typeface="Courier New"/>
            </a:endParaRPr>
          </a:p>
          <a:p>
            <a:pPr indent="0" lvl="0" marL="0" rtl="0" algn="l">
              <a:lnSpc>
                <a:spcPct val="115000"/>
              </a:lnSpc>
              <a:spcBef>
                <a:spcPts val="0"/>
              </a:spcBef>
              <a:spcAft>
                <a:spcPts val="0"/>
              </a:spcAft>
              <a:buSzPts val="1800"/>
              <a:buNone/>
            </a:pPr>
            <a:r>
              <a:rPr lang="en" sz="1500">
                <a:solidFill>
                  <a:srgbClr val="F8F8F2"/>
                </a:solidFill>
                <a:highlight>
                  <a:srgbClr val="272822"/>
                </a:highlight>
                <a:latin typeface="Courier New"/>
                <a:ea typeface="Courier New"/>
                <a:cs typeface="Courier New"/>
                <a:sym typeface="Courier New"/>
              </a:rPr>
              <a:t>has a different meaning in computer &lt;</a:t>
            </a:r>
            <a:r>
              <a:rPr lang="en" sz="1500">
                <a:solidFill>
                  <a:srgbClr val="F92672"/>
                </a:solidFill>
                <a:highlight>
                  <a:srgbClr val="272822"/>
                </a:highlight>
                <a:latin typeface="Courier New"/>
                <a:ea typeface="Courier New"/>
                <a:cs typeface="Courier New"/>
                <a:sym typeface="Courier New"/>
              </a:rPr>
              <a:t>br</a:t>
            </a:r>
            <a:r>
              <a:rPr lang="en" sz="1500">
                <a:solidFill>
                  <a:srgbClr val="F8F8F2"/>
                </a:solidFill>
                <a:highlight>
                  <a:srgbClr val="272822"/>
                </a:highlight>
                <a:latin typeface="Courier New"/>
                <a:ea typeface="Courier New"/>
                <a:cs typeface="Courier New"/>
                <a:sym typeface="Courier New"/>
              </a:rPr>
              <a:t>/&gt;</a:t>
            </a:r>
            <a:endParaRPr sz="1500">
              <a:solidFill>
                <a:srgbClr val="F8F8F2"/>
              </a:solidFill>
              <a:highlight>
                <a:srgbClr val="272822"/>
              </a:highlight>
              <a:latin typeface="Courier New"/>
              <a:ea typeface="Courier New"/>
              <a:cs typeface="Courier New"/>
              <a:sym typeface="Courier New"/>
            </a:endParaRPr>
          </a:p>
          <a:p>
            <a:pPr indent="0" lvl="0" marL="0" rtl="0" algn="l">
              <a:lnSpc>
                <a:spcPct val="115000"/>
              </a:lnSpc>
              <a:spcBef>
                <a:spcPts val="0"/>
              </a:spcBef>
              <a:spcAft>
                <a:spcPts val="0"/>
              </a:spcAft>
              <a:buSzPts val="1800"/>
              <a:buNone/>
            </a:pPr>
            <a:r>
              <a:rPr lang="en" sz="1500">
                <a:solidFill>
                  <a:srgbClr val="F8F8F2"/>
                </a:solidFill>
                <a:highlight>
                  <a:srgbClr val="272822"/>
                </a:highlight>
                <a:latin typeface="Courier New"/>
                <a:ea typeface="Courier New"/>
                <a:cs typeface="Courier New"/>
                <a:sym typeface="Courier New"/>
              </a:rPr>
              <a:t>&lt;</a:t>
            </a:r>
            <a:r>
              <a:rPr lang="en" sz="1500">
                <a:solidFill>
                  <a:srgbClr val="F92672"/>
                </a:solidFill>
                <a:highlight>
                  <a:srgbClr val="272822"/>
                </a:highlight>
                <a:latin typeface="Courier New"/>
                <a:ea typeface="Courier New"/>
                <a:cs typeface="Courier New"/>
                <a:sym typeface="Courier New"/>
              </a:rPr>
              <a:t>br</a:t>
            </a:r>
            <a:r>
              <a:rPr lang="en" sz="1500">
                <a:solidFill>
                  <a:srgbClr val="F8F8F2"/>
                </a:solidFill>
                <a:highlight>
                  <a:srgbClr val="272822"/>
                </a:highlight>
                <a:latin typeface="Courier New"/>
                <a:ea typeface="Courier New"/>
                <a:cs typeface="Courier New"/>
                <a:sym typeface="Courier New"/>
              </a:rPr>
              <a:t>/&gt;</a:t>
            </a:r>
            <a:endParaRPr sz="1500">
              <a:solidFill>
                <a:srgbClr val="F8F8F2"/>
              </a:solidFill>
              <a:highlight>
                <a:srgbClr val="272822"/>
              </a:highlight>
              <a:latin typeface="Courier New"/>
              <a:ea typeface="Courier New"/>
              <a:cs typeface="Courier New"/>
              <a:sym typeface="Courier New"/>
            </a:endParaRPr>
          </a:p>
          <a:p>
            <a:pPr indent="0" lvl="0" marL="0" rtl="0" algn="l">
              <a:lnSpc>
                <a:spcPct val="115000"/>
              </a:lnSpc>
              <a:spcBef>
                <a:spcPts val="0"/>
              </a:spcBef>
              <a:spcAft>
                <a:spcPts val="0"/>
              </a:spcAft>
              <a:buSzPts val="1800"/>
              <a:buNone/>
            </a:pPr>
            <a:r>
              <a:rPr lang="en" sz="1500">
                <a:solidFill>
                  <a:srgbClr val="F8F8F2"/>
                </a:solidFill>
                <a:highlight>
                  <a:srgbClr val="272822"/>
                </a:highlight>
                <a:latin typeface="Courier New"/>
                <a:ea typeface="Courier New"/>
                <a:cs typeface="Courier New"/>
                <a:sym typeface="Courier New"/>
              </a:rPr>
              <a:t>&lt;</a:t>
            </a:r>
            <a:r>
              <a:rPr lang="en" sz="1500">
                <a:solidFill>
                  <a:srgbClr val="F92672"/>
                </a:solidFill>
                <a:highlight>
                  <a:srgbClr val="272822"/>
                </a:highlight>
                <a:latin typeface="Courier New"/>
                <a:ea typeface="Courier New"/>
                <a:cs typeface="Courier New"/>
                <a:sym typeface="Courier New"/>
              </a:rPr>
              <a:t>code</a:t>
            </a:r>
            <a:r>
              <a:rPr lang="en" sz="1500">
                <a:solidFill>
                  <a:srgbClr val="F8F8F2"/>
                </a:solidFill>
                <a:highlight>
                  <a:srgbClr val="272822"/>
                </a:highlight>
                <a:latin typeface="Courier New"/>
                <a:ea typeface="Courier New"/>
                <a:cs typeface="Courier New"/>
                <a:sym typeface="Courier New"/>
              </a:rPr>
              <a:t>&gt;</a:t>
            </a:r>
            <a:endParaRPr sz="1500">
              <a:solidFill>
                <a:srgbClr val="F8F8F2"/>
              </a:solidFill>
              <a:highlight>
                <a:srgbClr val="272822"/>
              </a:highlight>
              <a:latin typeface="Courier New"/>
              <a:ea typeface="Courier New"/>
              <a:cs typeface="Courier New"/>
              <a:sym typeface="Courier New"/>
            </a:endParaRPr>
          </a:p>
          <a:p>
            <a:pPr indent="0" lvl="0" marL="0" rtl="0" algn="l">
              <a:lnSpc>
                <a:spcPct val="115000"/>
              </a:lnSpc>
              <a:spcBef>
                <a:spcPts val="0"/>
              </a:spcBef>
              <a:spcAft>
                <a:spcPts val="0"/>
              </a:spcAft>
              <a:buSzPts val="1800"/>
              <a:buNone/>
            </a:pPr>
            <a:r>
              <a:rPr lang="en" sz="1500">
                <a:solidFill>
                  <a:srgbClr val="F8F8F2"/>
                </a:solidFill>
                <a:highlight>
                  <a:srgbClr val="272822"/>
                </a:highlight>
                <a:latin typeface="Courier New"/>
                <a:ea typeface="Courier New"/>
                <a:cs typeface="Courier New"/>
                <a:sym typeface="Courier New"/>
              </a:rPr>
              <a:t>   int a = 2;</a:t>
            </a:r>
            <a:endParaRPr sz="1500">
              <a:solidFill>
                <a:srgbClr val="F8F8F2"/>
              </a:solidFill>
              <a:highlight>
                <a:srgbClr val="272822"/>
              </a:highlight>
              <a:latin typeface="Courier New"/>
              <a:ea typeface="Courier New"/>
              <a:cs typeface="Courier New"/>
              <a:sym typeface="Courier New"/>
            </a:endParaRPr>
          </a:p>
          <a:p>
            <a:pPr indent="0" lvl="0" marL="0" rtl="0" algn="l">
              <a:lnSpc>
                <a:spcPct val="115000"/>
              </a:lnSpc>
              <a:spcBef>
                <a:spcPts val="0"/>
              </a:spcBef>
              <a:spcAft>
                <a:spcPts val="0"/>
              </a:spcAft>
              <a:buSzPts val="1800"/>
              <a:buNone/>
            </a:pPr>
            <a:r>
              <a:rPr lang="en" sz="1500">
                <a:solidFill>
                  <a:srgbClr val="F8F8F2"/>
                </a:solidFill>
                <a:highlight>
                  <a:srgbClr val="272822"/>
                </a:highlight>
                <a:latin typeface="Courier New"/>
                <a:ea typeface="Courier New"/>
                <a:cs typeface="Courier New"/>
                <a:sym typeface="Courier New"/>
              </a:rPr>
              <a:t>&lt;/</a:t>
            </a:r>
            <a:r>
              <a:rPr lang="en" sz="1500">
                <a:solidFill>
                  <a:srgbClr val="F92672"/>
                </a:solidFill>
                <a:highlight>
                  <a:srgbClr val="272822"/>
                </a:highlight>
                <a:latin typeface="Courier New"/>
                <a:ea typeface="Courier New"/>
                <a:cs typeface="Courier New"/>
                <a:sym typeface="Courier New"/>
              </a:rPr>
              <a:t>code</a:t>
            </a:r>
            <a:r>
              <a:rPr lang="en" sz="1500">
                <a:solidFill>
                  <a:srgbClr val="F8F8F2"/>
                </a:solidFill>
                <a:highlight>
                  <a:srgbClr val="272822"/>
                </a:highlight>
                <a:latin typeface="Courier New"/>
                <a:ea typeface="Courier New"/>
                <a:cs typeface="Courier New"/>
                <a:sym typeface="Courier New"/>
              </a:rPr>
              <a:t>&gt;</a:t>
            </a:r>
            <a:endParaRPr sz="1500">
              <a:solidFill>
                <a:srgbClr val="F8F8F2"/>
              </a:solidFill>
              <a:highlight>
                <a:srgbClr val="272822"/>
              </a:highlight>
              <a:latin typeface="Courier New"/>
              <a:ea typeface="Courier New"/>
              <a:cs typeface="Courier New"/>
              <a:sym typeface="Courier New"/>
            </a:endParaRPr>
          </a:p>
          <a:p>
            <a:pPr indent="0" lvl="0" marL="0" rtl="0" algn="l">
              <a:lnSpc>
                <a:spcPct val="115000"/>
              </a:lnSpc>
              <a:spcBef>
                <a:spcPts val="0"/>
              </a:spcBef>
              <a:spcAft>
                <a:spcPts val="0"/>
              </a:spcAft>
              <a:buSzPts val="1800"/>
              <a:buNone/>
            </a:pPr>
            <a:r>
              <a:t/>
            </a:r>
            <a:endParaRPr sz="24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Result</a:t>
            </a:r>
            <a:endParaRPr/>
          </a:p>
        </p:txBody>
      </p:sp>
      <p:pic>
        <p:nvPicPr>
          <p:cNvPr id="295" name="Google Shape;295;p37"/>
          <p:cNvPicPr preferRelativeResize="0"/>
          <p:nvPr/>
        </p:nvPicPr>
        <p:blipFill rotWithShape="1">
          <a:blip r:embed="rId3">
            <a:alphaModFix/>
          </a:blip>
          <a:srcRect b="0" l="0" r="0" t="0"/>
          <a:stretch/>
        </p:blipFill>
        <p:spPr>
          <a:xfrm>
            <a:off x="152400" y="1170125"/>
            <a:ext cx="5279363" cy="382097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pic>
        <p:nvPicPr>
          <p:cNvPr id="300" name="Google Shape;300;p38"/>
          <p:cNvPicPr preferRelativeResize="0"/>
          <p:nvPr/>
        </p:nvPicPr>
        <p:blipFill rotWithShape="1">
          <a:blip r:embed="rId3">
            <a:alphaModFix/>
          </a:blip>
          <a:srcRect b="52821" l="0" r="0" t="0"/>
          <a:stretch/>
        </p:blipFill>
        <p:spPr>
          <a:xfrm>
            <a:off x="304800" y="324075"/>
            <a:ext cx="8534400" cy="1770575"/>
          </a:xfrm>
          <a:prstGeom prst="rect">
            <a:avLst/>
          </a:prstGeom>
          <a:noFill/>
          <a:ln>
            <a:noFill/>
          </a:ln>
        </p:spPr>
      </p:pic>
      <p:sp>
        <p:nvSpPr>
          <p:cNvPr id="301" name="Google Shape;301;p38"/>
          <p:cNvSpPr/>
          <p:nvPr/>
        </p:nvSpPr>
        <p:spPr>
          <a:xfrm>
            <a:off x="375975" y="1107750"/>
            <a:ext cx="6290700" cy="3693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roxima Nova"/>
              <a:ea typeface="Proxima Nova"/>
              <a:cs typeface="Proxima Nova"/>
              <a:sym typeface="Proxima Nova"/>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39"/>
          <p:cNvSpPr txBox="1"/>
          <p:nvPr>
            <p:ph type="title"/>
          </p:nvPr>
        </p:nvSpPr>
        <p:spPr>
          <a:xfrm>
            <a:off x="311700" y="64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Symbols and Entities</a:t>
            </a:r>
            <a:endParaRPr/>
          </a:p>
        </p:txBody>
      </p:sp>
      <p:pic>
        <p:nvPicPr>
          <p:cNvPr id="307" name="Google Shape;307;p39"/>
          <p:cNvPicPr preferRelativeResize="0"/>
          <p:nvPr/>
        </p:nvPicPr>
        <p:blipFill rotWithShape="1">
          <a:blip r:embed="rId3">
            <a:alphaModFix/>
          </a:blip>
          <a:srcRect b="0" l="0" r="0" t="0"/>
          <a:stretch/>
        </p:blipFill>
        <p:spPr>
          <a:xfrm>
            <a:off x="76200" y="560525"/>
            <a:ext cx="6838366" cy="4201977"/>
          </a:xfrm>
          <a:prstGeom prst="rect">
            <a:avLst/>
          </a:prstGeom>
          <a:noFill/>
          <a:ln>
            <a:noFill/>
          </a:ln>
        </p:spPr>
      </p:pic>
      <p:sp>
        <p:nvSpPr>
          <p:cNvPr id="308" name="Google Shape;308;p39"/>
          <p:cNvSpPr txBox="1"/>
          <p:nvPr/>
        </p:nvSpPr>
        <p:spPr>
          <a:xfrm>
            <a:off x="4572000" y="4762500"/>
            <a:ext cx="42603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Check here:</a:t>
            </a:r>
            <a:r>
              <a:rPr b="0" i="0" lang="en" sz="1000" u="sng" cap="none" strike="noStrike">
                <a:solidFill>
                  <a:schemeClr val="hlink"/>
                </a:solidFill>
                <a:latin typeface="Proxima Nova"/>
                <a:ea typeface="Proxima Nova"/>
                <a:cs typeface="Proxima Nova"/>
                <a:sym typeface="Proxima Nova"/>
                <a:hlinkClick r:id="rId4"/>
              </a:rPr>
              <a:t>https://www.w3schools.com/html/html_symbols.asp</a:t>
            </a:r>
            <a:r>
              <a:rPr b="0" i="0" lang="en" sz="1000" u="none" cap="none" strike="noStrike">
                <a:solidFill>
                  <a:srgbClr val="000000"/>
                </a:solidFill>
                <a:latin typeface="Proxima Nova"/>
                <a:ea typeface="Proxima Nova"/>
                <a:cs typeface="Proxima Nova"/>
                <a:sym typeface="Proxima Nova"/>
              </a:rPr>
              <a:t> </a:t>
            </a:r>
            <a:endParaRPr b="0" i="0" sz="1000" u="none" cap="none" strike="noStrike">
              <a:solidFill>
                <a:srgbClr val="000000"/>
              </a:solidFill>
              <a:latin typeface="Proxima Nova"/>
              <a:ea typeface="Proxima Nova"/>
              <a:cs typeface="Proxima Nova"/>
              <a:sym typeface="Proxima Nova"/>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0"/>
          <p:cNvSpPr txBox="1"/>
          <p:nvPr>
            <p:ph type="title"/>
          </p:nvPr>
        </p:nvSpPr>
        <p:spPr>
          <a:xfrm>
            <a:off x="311700" y="64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Let’s try!</a:t>
            </a:r>
            <a:endParaRPr/>
          </a:p>
        </p:txBody>
      </p:sp>
      <p:sp>
        <p:nvSpPr>
          <p:cNvPr id="314" name="Google Shape;314;p40"/>
          <p:cNvSpPr txBox="1"/>
          <p:nvPr>
            <p:ph idx="1" type="body"/>
          </p:nvPr>
        </p:nvSpPr>
        <p:spPr>
          <a:xfrm>
            <a:off x="311700" y="636725"/>
            <a:ext cx="8520600" cy="1634700"/>
          </a:xfrm>
          <a:prstGeom prst="rect">
            <a:avLst/>
          </a:prstGeom>
          <a:solidFill>
            <a:schemeClr val="dk1"/>
          </a:solidFill>
          <a:ln>
            <a:noFill/>
          </a:ln>
        </p:spPr>
        <p:txBody>
          <a:bodyPr anchorCtr="0" anchor="t" bIns="91425" lIns="91425" spcFirstLastPara="1" rIns="91425" wrap="square" tIns="91425">
            <a:normAutofit lnSpcReduction="10000"/>
          </a:bodyPr>
          <a:lstStyle/>
          <a:p>
            <a:pPr indent="0" lvl="0" marL="0" rtl="0" algn="l">
              <a:lnSpc>
                <a:spcPct val="100000"/>
              </a:lnSpc>
              <a:spcBef>
                <a:spcPts val="0"/>
              </a:spcBef>
              <a:spcAft>
                <a:spcPts val="0"/>
              </a:spcAft>
              <a:buSzPts val="1800"/>
              <a:buNone/>
            </a:pPr>
            <a:r>
              <a:rPr lang="en" sz="1600">
                <a:solidFill>
                  <a:srgbClr val="F8F8F2"/>
                </a:solidFill>
                <a:highlight>
                  <a:srgbClr val="272822"/>
                </a:highlight>
                <a:latin typeface="Courier New"/>
                <a:ea typeface="Courier New"/>
                <a:cs typeface="Courier New"/>
                <a:sym typeface="Courier New"/>
              </a:rPr>
              <a:t>We are on a</a:t>
            </a:r>
            <a:r>
              <a:rPr lang="en" sz="1600">
                <a:solidFill>
                  <a:srgbClr val="AE81FF"/>
                </a:solidFill>
                <a:highlight>
                  <a:srgbClr val="272822"/>
                </a:highlight>
                <a:latin typeface="Courier New"/>
                <a:ea typeface="Courier New"/>
                <a:cs typeface="Courier New"/>
                <a:sym typeface="Courier New"/>
              </a:rPr>
              <a:t>&amp;nbsp;&amp;nbsp;&amp;nbsp;&amp;nbsp;</a:t>
            </a:r>
            <a:r>
              <a:rPr lang="en" sz="1600">
                <a:solidFill>
                  <a:srgbClr val="F8F8F2"/>
                </a:solidFill>
                <a:highlight>
                  <a:srgbClr val="272822"/>
                </a:highlight>
                <a:latin typeface="Courier New"/>
                <a:ea typeface="Courier New"/>
                <a:cs typeface="Courier New"/>
                <a:sym typeface="Courier New"/>
              </a:rPr>
              <a:t>far far space&lt;</a:t>
            </a:r>
            <a:r>
              <a:rPr lang="en" sz="1600">
                <a:solidFill>
                  <a:srgbClr val="F92672"/>
                </a:solidFill>
                <a:highlight>
                  <a:srgbClr val="272822"/>
                </a:highlight>
                <a:latin typeface="Courier New"/>
                <a:ea typeface="Courier New"/>
                <a:cs typeface="Courier New"/>
                <a:sym typeface="Courier New"/>
              </a:rPr>
              <a:t>br</a:t>
            </a:r>
            <a:r>
              <a:rPr lang="en" sz="1600">
                <a:solidFill>
                  <a:srgbClr val="F8F8F2"/>
                </a:solidFill>
                <a:highlight>
                  <a:srgbClr val="272822"/>
                </a:highlight>
                <a:latin typeface="Courier New"/>
                <a:ea typeface="Courier New"/>
                <a:cs typeface="Courier New"/>
                <a:sym typeface="Courier New"/>
              </a:rPr>
              <a:t>/&gt;</a:t>
            </a:r>
            <a:endParaRPr sz="16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600">
                <a:solidFill>
                  <a:srgbClr val="F8F8F2"/>
                </a:solidFill>
                <a:highlight>
                  <a:srgbClr val="272822"/>
                </a:highlight>
                <a:latin typeface="Courier New"/>
                <a:ea typeface="Courier New"/>
                <a:cs typeface="Courier New"/>
                <a:sym typeface="Courier New"/>
              </a:rPr>
              <a:t>1 </a:t>
            </a:r>
            <a:r>
              <a:rPr lang="en" sz="1600">
                <a:solidFill>
                  <a:srgbClr val="AE81FF"/>
                </a:solidFill>
                <a:highlight>
                  <a:srgbClr val="272822"/>
                </a:highlight>
                <a:latin typeface="Courier New"/>
                <a:ea typeface="Courier New"/>
                <a:cs typeface="Courier New"/>
                <a:sym typeface="Courier New"/>
              </a:rPr>
              <a:t>&amp;lt;</a:t>
            </a:r>
            <a:r>
              <a:rPr lang="en" sz="1600">
                <a:solidFill>
                  <a:srgbClr val="F8F8F2"/>
                </a:solidFill>
                <a:highlight>
                  <a:srgbClr val="272822"/>
                </a:highlight>
                <a:latin typeface="Courier New"/>
                <a:ea typeface="Courier New"/>
                <a:cs typeface="Courier New"/>
                <a:sym typeface="Courier New"/>
              </a:rPr>
              <a:t> 2 &lt;</a:t>
            </a:r>
            <a:r>
              <a:rPr lang="en" sz="1600">
                <a:solidFill>
                  <a:srgbClr val="F92672"/>
                </a:solidFill>
                <a:highlight>
                  <a:srgbClr val="272822"/>
                </a:highlight>
                <a:latin typeface="Courier New"/>
                <a:ea typeface="Courier New"/>
                <a:cs typeface="Courier New"/>
                <a:sym typeface="Courier New"/>
              </a:rPr>
              <a:t>br</a:t>
            </a:r>
            <a:r>
              <a:rPr lang="en" sz="1600">
                <a:solidFill>
                  <a:srgbClr val="F8F8F2"/>
                </a:solidFill>
                <a:highlight>
                  <a:srgbClr val="272822"/>
                </a:highlight>
                <a:latin typeface="Courier New"/>
                <a:ea typeface="Courier New"/>
                <a:cs typeface="Courier New"/>
                <a:sym typeface="Courier New"/>
              </a:rPr>
              <a:t>/&gt;</a:t>
            </a:r>
            <a:endParaRPr sz="16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600">
                <a:solidFill>
                  <a:srgbClr val="F8F8F2"/>
                </a:solidFill>
                <a:highlight>
                  <a:srgbClr val="272822"/>
                </a:highlight>
                <a:latin typeface="Courier New"/>
                <a:ea typeface="Courier New"/>
                <a:cs typeface="Courier New"/>
                <a:sym typeface="Courier New"/>
              </a:rPr>
              <a:t>x </a:t>
            </a:r>
            <a:r>
              <a:rPr lang="en" sz="1600">
                <a:solidFill>
                  <a:srgbClr val="AE81FF"/>
                </a:solidFill>
                <a:highlight>
                  <a:srgbClr val="272822"/>
                </a:highlight>
                <a:latin typeface="Courier New"/>
                <a:ea typeface="Courier New"/>
                <a:cs typeface="Courier New"/>
                <a:sym typeface="Courier New"/>
              </a:rPr>
              <a:t>&amp;lt;</a:t>
            </a:r>
            <a:r>
              <a:rPr lang="en" sz="1600">
                <a:solidFill>
                  <a:srgbClr val="F8F8F2"/>
                </a:solidFill>
                <a:highlight>
                  <a:srgbClr val="272822"/>
                </a:highlight>
                <a:latin typeface="Courier New"/>
                <a:ea typeface="Courier New"/>
                <a:cs typeface="Courier New"/>
                <a:sym typeface="Courier New"/>
              </a:rPr>
              <a:t>= 5 and x </a:t>
            </a:r>
            <a:r>
              <a:rPr lang="en" sz="1600">
                <a:solidFill>
                  <a:srgbClr val="AE81FF"/>
                </a:solidFill>
                <a:highlight>
                  <a:srgbClr val="272822"/>
                </a:highlight>
                <a:latin typeface="Courier New"/>
                <a:ea typeface="Courier New"/>
                <a:cs typeface="Courier New"/>
                <a:sym typeface="Courier New"/>
              </a:rPr>
              <a:t>&amp;gt;</a:t>
            </a:r>
            <a:r>
              <a:rPr lang="en" sz="1600">
                <a:solidFill>
                  <a:srgbClr val="F8F8F2"/>
                </a:solidFill>
                <a:highlight>
                  <a:srgbClr val="272822"/>
                </a:highlight>
                <a:latin typeface="Courier New"/>
                <a:ea typeface="Courier New"/>
                <a:cs typeface="Courier New"/>
                <a:sym typeface="Courier New"/>
              </a:rPr>
              <a:t> 3, what number is it? &lt;</a:t>
            </a:r>
            <a:r>
              <a:rPr lang="en" sz="1600">
                <a:solidFill>
                  <a:srgbClr val="F92672"/>
                </a:solidFill>
                <a:highlight>
                  <a:srgbClr val="272822"/>
                </a:highlight>
                <a:latin typeface="Courier New"/>
                <a:ea typeface="Courier New"/>
                <a:cs typeface="Courier New"/>
                <a:sym typeface="Courier New"/>
              </a:rPr>
              <a:t>br</a:t>
            </a:r>
            <a:r>
              <a:rPr lang="en" sz="1600">
                <a:solidFill>
                  <a:srgbClr val="F8F8F2"/>
                </a:solidFill>
                <a:highlight>
                  <a:srgbClr val="272822"/>
                </a:highlight>
                <a:latin typeface="Courier New"/>
                <a:ea typeface="Courier New"/>
                <a:cs typeface="Courier New"/>
                <a:sym typeface="Courier New"/>
              </a:rPr>
              <a:t>/&gt;</a:t>
            </a:r>
            <a:endParaRPr sz="16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600">
                <a:solidFill>
                  <a:srgbClr val="F8F8F2"/>
                </a:solidFill>
                <a:highlight>
                  <a:srgbClr val="272822"/>
                </a:highlight>
                <a:latin typeface="Courier New"/>
                <a:ea typeface="Courier New"/>
                <a:cs typeface="Courier New"/>
                <a:sym typeface="Courier New"/>
              </a:rPr>
              <a:t>Thomas </a:t>
            </a:r>
            <a:r>
              <a:rPr lang="en" sz="1600">
                <a:solidFill>
                  <a:srgbClr val="AE81FF"/>
                </a:solidFill>
                <a:highlight>
                  <a:srgbClr val="272822"/>
                </a:highlight>
                <a:latin typeface="Courier New"/>
                <a:ea typeface="Courier New"/>
                <a:cs typeface="Courier New"/>
                <a:sym typeface="Courier New"/>
              </a:rPr>
              <a:t>&amp;amp;</a:t>
            </a:r>
            <a:r>
              <a:rPr lang="en" sz="1600">
                <a:solidFill>
                  <a:srgbClr val="F8F8F2"/>
                </a:solidFill>
                <a:highlight>
                  <a:srgbClr val="272822"/>
                </a:highlight>
                <a:latin typeface="Courier New"/>
                <a:ea typeface="Courier New"/>
                <a:cs typeface="Courier New"/>
                <a:sym typeface="Courier New"/>
              </a:rPr>
              <a:t> friends is a cartoon &lt;</a:t>
            </a:r>
            <a:r>
              <a:rPr lang="en" sz="1600">
                <a:solidFill>
                  <a:srgbClr val="F92672"/>
                </a:solidFill>
                <a:highlight>
                  <a:srgbClr val="272822"/>
                </a:highlight>
                <a:latin typeface="Courier New"/>
                <a:ea typeface="Courier New"/>
                <a:cs typeface="Courier New"/>
                <a:sym typeface="Courier New"/>
              </a:rPr>
              <a:t>br</a:t>
            </a:r>
            <a:r>
              <a:rPr lang="en" sz="1600">
                <a:solidFill>
                  <a:srgbClr val="F8F8F2"/>
                </a:solidFill>
                <a:highlight>
                  <a:srgbClr val="272822"/>
                </a:highlight>
                <a:latin typeface="Courier New"/>
                <a:ea typeface="Courier New"/>
                <a:cs typeface="Courier New"/>
                <a:sym typeface="Courier New"/>
              </a:rPr>
              <a:t>/&gt;</a:t>
            </a:r>
            <a:endParaRPr sz="16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600">
                <a:solidFill>
                  <a:srgbClr val="F8F8F2"/>
                </a:solidFill>
                <a:highlight>
                  <a:srgbClr val="272822"/>
                </a:highlight>
                <a:latin typeface="Courier New"/>
                <a:ea typeface="Courier New"/>
                <a:cs typeface="Courier New"/>
                <a:sym typeface="Courier New"/>
              </a:rPr>
              <a:t>1 </a:t>
            </a:r>
            <a:r>
              <a:rPr lang="en" sz="1600">
                <a:solidFill>
                  <a:srgbClr val="AE81FF"/>
                </a:solidFill>
                <a:highlight>
                  <a:srgbClr val="272822"/>
                </a:highlight>
                <a:latin typeface="Courier New"/>
                <a:ea typeface="Courier New"/>
                <a:cs typeface="Courier New"/>
                <a:sym typeface="Courier New"/>
              </a:rPr>
              <a:t>&amp;yen;</a:t>
            </a:r>
            <a:r>
              <a:rPr lang="en" sz="1600">
                <a:solidFill>
                  <a:srgbClr val="F8F8F2"/>
                </a:solidFill>
                <a:highlight>
                  <a:srgbClr val="272822"/>
                </a:highlight>
                <a:latin typeface="Courier New"/>
                <a:ea typeface="Courier New"/>
                <a:cs typeface="Courier New"/>
                <a:sym typeface="Courier New"/>
              </a:rPr>
              <a:t> = Rp. 104.2 &lt;</a:t>
            </a:r>
            <a:r>
              <a:rPr lang="en" sz="1600">
                <a:solidFill>
                  <a:srgbClr val="F92672"/>
                </a:solidFill>
                <a:highlight>
                  <a:srgbClr val="272822"/>
                </a:highlight>
                <a:latin typeface="Courier New"/>
                <a:ea typeface="Courier New"/>
                <a:cs typeface="Courier New"/>
                <a:sym typeface="Courier New"/>
              </a:rPr>
              <a:t>br</a:t>
            </a:r>
            <a:r>
              <a:rPr lang="en" sz="1600">
                <a:solidFill>
                  <a:srgbClr val="F8F8F2"/>
                </a:solidFill>
                <a:highlight>
                  <a:srgbClr val="272822"/>
                </a:highlight>
                <a:latin typeface="Courier New"/>
                <a:ea typeface="Courier New"/>
                <a:cs typeface="Courier New"/>
                <a:sym typeface="Courier New"/>
              </a:rPr>
              <a:t>/&gt;</a:t>
            </a:r>
            <a:endParaRPr sz="16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600">
                <a:solidFill>
                  <a:srgbClr val="AE81FF"/>
                </a:solidFill>
                <a:highlight>
                  <a:srgbClr val="272822"/>
                </a:highlight>
                <a:latin typeface="Courier New"/>
                <a:ea typeface="Courier New"/>
                <a:cs typeface="Courier New"/>
                <a:sym typeface="Courier New"/>
              </a:rPr>
              <a:t>&amp;copy;</a:t>
            </a:r>
            <a:r>
              <a:rPr lang="en" sz="1600">
                <a:solidFill>
                  <a:srgbClr val="F8F8F2"/>
                </a:solidFill>
                <a:highlight>
                  <a:srgbClr val="272822"/>
                </a:highlight>
                <a:latin typeface="Courier New"/>
                <a:ea typeface="Courier New"/>
                <a:cs typeface="Courier New"/>
                <a:sym typeface="Courier New"/>
              </a:rPr>
              <a:t> PresUniv Computing</a:t>
            </a:r>
            <a:endParaRPr sz="2500"/>
          </a:p>
        </p:txBody>
      </p:sp>
      <p:pic>
        <p:nvPicPr>
          <p:cNvPr id="315" name="Google Shape;315;p40"/>
          <p:cNvPicPr preferRelativeResize="0"/>
          <p:nvPr/>
        </p:nvPicPr>
        <p:blipFill rotWithShape="1">
          <a:blip r:embed="rId3">
            <a:alphaModFix/>
          </a:blip>
          <a:srcRect b="0" l="0" r="0" t="0"/>
          <a:stretch/>
        </p:blipFill>
        <p:spPr>
          <a:xfrm>
            <a:off x="152400" y="2423825"/>
            <a:ext cx="5810250" cy="245745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4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HTML Semantics</a:t>
            </a:r>
            <a:endParaRPr/>
          </a:p>
        </p:txBody>
      </p:sp>
      <p:sp>
        <p:nvSpPr>
          <p:cNvPr id="321" name="Google Shape;321;p4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0"/>
              </a:spcBef>
              <a:spcAft>
                <a:spcPts val="0"/>
              </a:spcAft>
              <a:buSzPts val="1800"/>
              <a:buNone/>
            </a:pPr>
            <a:r>
              <a:rPr lang="en"/>
              <a:t>Semantic means “related to language or logic”. In HTML semantics mean the tag name represents the direct meaning of what it does. HTML semantics fall into three groups</a:t>
            </a:r>
            <a:endParaRPr/>
          </a:p>
          <a:p>
            <a:pPr indent="-342900" lvl="0" marL="457200" rtl="0" algn="just">
              <a:lnSpc>
                <a:spcPct val="115000"/>
              </a:lnSpc>
              <a:spcBef>
                <a:spcPts val="1200"/>
              </a:spcBef>
              <a:spcAft>
                <a:spcPts val="0"/>
              </a:spcAft>
              <a:buSzPts val="1800"/>
              <a:buAutoNum type="arabicPeriod"/>
            </a:pPr>
            <a:r>
              <a:rPr lang="en"/>
              <a:t>Sectioning elements</a:t>
            </a:r>
            <a:endParaRPr/>
          </a:p>
          <a:p>
            <a:pPr indent="-342900" lvl="0" marL="457200" rtl="0" algn="just">
              <a:lnSpc>
                <a:spcPct val="115000"/>
              </a:lnSpc>
              <a:spcBef>
                <a:spcPts val="0"/>
              </a:spcBef>
              <a:spcAft>
                <a:spcPts val="0"/>
              </a:spcAft>
              <a:buSzPts val="1800"/>
              <a:buAutoNum type="arabicPeriod"/>
            </a:pPr>
            <a:r>
              <a:rPr lang="en"/>
              <a:t>Grouping elements</a:t>
            </a:r>
            <a:endParaRPr/>
          </a:p>
          <a:p>
            <a:pPr indent="-342900" lvl="0" marL="457200" rtl="0" algn="just">
              <a:lnSpc>
                <a:spcPct val="115000"/>
              </a:lnSpc>
              <a:spcBef>
                <a:spcPts val="0"/>
              </a:spcBef>
              <a:spcAft>
                <a:spcPts val="0"/>
              </a:spcAft>
              <a:buSzPts val="1800"/>
              <a:buAutoNum type="arabicPeriod"/>
            </a:pPr>
            <a:r>
              <a:rPr lang="en"/>
              <a:t>Text-level semantics</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42"/>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Sectioning Elements</a:t>
            </a:r>
            <a:endParaRPr/>
          </a:p>
        </p:txBody>
      </p:sp>
      <p:graphicFrame>
        <p:nvGraphicFramePr>
          <p:cNvPr id="327" name="Google Shape;327;p42"/>
          <p:cNvGraphicFramePr/>
          <p:nvPr/>
        </p:nvGraphicFramePr>
        <p:xfrm>
          <a:off x="140375" y="857250"/>
          <a:ext cx="3000000" cy="3000000"/>
        </p:xfrm>
        <a:graphic>
          <a:graphicData uri="http://schemas.openxmlformats.org/drawingml/2006/table">
            <a:tbl>
              <a:tblPr>
                <a:noFill/>
                <a:tableStyleId>{3808CA22-74E7-4C48-A5C3-A892B13D5083}</a:tableStyleId>
              </a:tblPr>
              <a:tblGrid>
                <a:gridCol w="1252625"/>
                <a:gridCol w="7620525"/>
              </a:tblGrid>
              <a:tr h="467600">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t>Tag</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t>Function</a:t>
                      </a:r>
                      <a:endParaRPr sz="1200" u="none" cap="none" strike="noStrike"/>
                    </a:p>
                  </a:txBody>
                  <a:tcPr marT="91425" marB="91425" marR="91425" marL="91425"/>
                </a:tc>
              </a:tr>
              <a:tr h="467600">
                <a:tc>
                  <a:txBody>
                    <a:bodyPr/>
                    <a:lstStyle/>
                    <a:p>
                      <a:pPr indent="0" lvl="0" marL="0" marR="0" rtl="0" algn="l">
                        <a:lnSpc>
                          <a:spcPct val="100000"/>
                        </a:lnSpc>
                        <a:spcBef>
                          <a:spcPts val="0"/>
                        </a:spcBef>
                        <a:spcAft>
                          <a:spcPts val="0"/>
                        </a:spcAft>
                        <a:buClr>
                          <a:srgbClr val="000000"/>
                        </a:buClr>
                        <a:buSzPts val="1500"/>
                        <a:buFont typeface="Arial"/>
                        <a:buNone/>
                      </a:pPr>
                      <a:r>
                        <a:rPr lang="en" sz="1500" u="none" cap="none" strike="noStrike">
                          <a:latin typeface="Source Code Pro"/>
                          <a:ea typeface="Source Code Pro"/>
                          <a:cs typeface="Source Code Pro"/>
                          <a:sym typeface="Source Code Pro"/>
                        </a:rPr>
                        <a:t>&lt;main&gt;</a:t>
                      </a:r>
                      <a:endParaRPr sz="1500" u="none" cap="none" strike="noStrike">
                        <a:latin typeface="Source Code Pro"/>
                        <a:ea typeface="Source Code Pro"/>
                        <a:cs typeface="Source Code Pro"/>
                        <a:sym typeface="Source Code Pro"/>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t>To define the main content of page (no more than 1 main content in a page). This tag is used to pack all other tags</a:t>
                      </a:r>
                      <a:endParaRPr sz="1200" u="none" cap="none" strike="noStrike"/>
                    </a:p>
                  </a:txBody>
                  <a:tcPr marT="91425" marB="91425" marR="91425" marL="91425"/>
                </a:tc>
              </a:tr>
              <a:tr h="467600">
                <a:tc>
                  <a:txBody>
                    <a:bodyPr/>
                    <a:lstStyle/>
                    <a:p>
                      <a:pPr indent="0" lvl="0" marL="0" marR="0" rtl="0" algn="l">
                        <a:lnSpc>
                          <a:spcPct val="100000"/>
                        </a:lnSpc>
                        <a:spcBef>
                          <a:spcPts val="0"/>
                        </a:spcBef>
                        <a:spcAft>
                          <a:spcPts val="0"/>
                        </a:spcAft>
                        <a:buClr>
                          <a:srgbClr val="000000"/>
                        </a:buClr>
                        <a:buSzPts val="1500"/>
                        <a:buFont typeface="Arial"/>
                        <a:buNone/>
                      </a:pPr>
                      <a:r>
                        <a:rPr lang="en" sz="1500" u="none" cap="none" strike="noStrike">
                          <a:latin typeface="Source Code Pro"/>
                          <a:ea typeface="Source Code Pro"/>
                          <a:cs typeface="Source Code Pro"/>
                          <a:sym typeface="Source Code Pro"/>
                        </a:rPr>
                        <a:t>&lt;nav&gt;</a:t>
                      </a:r>
                      <a:endParaRPr sz="1500" u="none" cap="none" strike="noStrike">
                        <a:latin typeface="Source Code Pro"/>
                        <a:ea typeface="Source Code Pro"/>
                        <a:cs typeface="Source Code Pro"/>
                        <a:sym typeface="Source Code Pro"/>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t>To wrap major navigation links, usually located on top of pages</a:t>
                      </a:r>
                      <a:endParaRPr sz="1200" u="none" cap="none" strike="noStrike"/>
                    </a:p>
                  </a:txBody>
                  <a:tcPr marT="91425" marB="91425" marR="91425" marL="91425"/>
                </a:tc>
              </a:tr>
              <a:tr h="467600">
                <a:tc>
                  <a:txBody>
                    <a:bodyPr/>
                    <a:lstStyle/>
                    <a:p>
                      <a:pPr indent="0" lvl="0" marL="0" marR="0" rtl="0" algn="l">
                        <a:lnSpc>
                          <a:spcPct val="100000"/>
                        </a:lnSpc>
                        <a:spcBef>
                          <a:spcPts val="0"/>
                        </a:spcBef>
                        <a:spcAft>
                          <a:spcPts val="0"/>
                        </a:spcAft>
                        <a:buClr>
                          <a:srgbClr val="000000"/>
                        </a:buClr>
                        <a:buSzPts val="1500"/>
                        <a:buFont typeface="Arial"/>
                        <a:buNone/>
                      </a:pPr>
                      <a:r>
                        <a:rPr lang="en" sz="1500" u="none" cap="none" strike="noStrike">
                          <a:latin typeface="Source Code Pro"/>
                          <a:ea typeface="Source Code Pro"/>
                          <a:cs typeface="Source Code Pro"/>
                          <a:sym typeface="Source Code Pro"/>
                        </a:rPr>
                        <a:t>&lt;section&gt;</a:t>
                      </a:r>
                      <a:endParaRPr sz="1500" u="none" cap="none" strike="noStrike">
                        <a:latin typeface="Source Code Pro"/>
                        <a:ea typeface="Source Code Pro"/>
                        <a:cs typeface="Source Code Pro"/>
                        <a:sym typeface="Source Code Pro"/>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t>To define a generic section of document, e.g. contact section, news section</a:t>
                      </a:r>
                      <a:endParaRPr sz="1200" u="none" cap="none" strike="noStrike"/>
                    </a:p>
                  </a:txBody>
                  <a:tcPr marT="91425" marB="91425" marR="91425" marL="91425"/>
                </a:tc>
              </a:tr>
              <a:tr h="467600">
                <a:tc>
                  <a:txBody>
                    <a:bodyPr/>
                    <a:lstStyle/>
                    <a:p>
                      <a:pPr indent="0" lvl="0" marL="0" marR="0" rtl="0" algn="l">
                        <a:lnSpc>
                          <a:spcPct val="100000"/>
                        </a:lnSpc>
                        <a:spcBef>
                          <a:spcPts val="0"/>
                        </a:spcBef>
                        <a:spcAft>
                          <a:spcPts val="0"/>
                        </a:spcAft>
                        <a:buClr>
                          <a:srgbClr val="000000"/>
                        </a:buClr>
                        <a:buSzPts val="1500"/>
                        <a:buFont typeface="Arial"/>
                        <a:buNone/>
                      </a:pPr>
                      <a:r>
                        <a:rPr lang="en" sz="1500" u="none" cap="none" strike="noStrike">
                          <a:latin typeface="Source Code Pro"/>
                          <a:ea typeface="Source Code Pro"/>
                          <a:cs typeface="Source Code Pro"/>
                          <a:sym typeface="Source Code Pro"/>
                        </a:rPr>
                        <a:t>&lt;article&gt;</a:t>
                      </a:r>
                      <a:endParaRPr sz="1500" u="none" cap="none" strike="noStrike">
                        <a:latin typeface="Source Code Pro"/>
                        <a:ea typeface="Source Code Pro"/>
                        <a:cs typeface="Source Code Pro"/>
                        <a:sym typeface="Source Code Pro"/>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t>To define a specific / self-contained piece of the content on the page. More specific than </a:t>
                      </a:r>
                      <a:r>
                        <a:rPr lang="en" sz="1200" u="none" cap="none" strike="noStrike">
                          <a:latin typeface="Source Code Pro"/>
                          <a:ea typeface="Source Code Pro"/>
                          <a:cs typeface="Source Code Pro"/>
                          <a:sym typeface="Source Code Pro"/>
                        </a:rPr>
                        <a:t>&lt;section&gt;</a:t>
                      </a:r>
                      <a:endParaRPr sz="1200" u="none" cap="none" strike="noStrike"/>
                    </a:p>
                  </a:txBody>
                  <a:tcPr marT="91425" marB="91425" marR="91425" marL="91425"/>
                </a:tc>
              </a:tr>
              <a:tr h="467600">
                <a:tc>
                  <a:txBody>
                    <a:bodyPr/>
                    <a:lstStyle/>
                    <a:p>
                      <a:pPr indent="0" lvl="0" marL="0" marR="0" rtl="0" algn="l">
                        <a:lnSpc>
                          <a:spcPct val="100000"/>
                        </a:lnSpc>
                        <a:spcBef>
                          <a:spcPts val="0"/>
                        </a:spcBef>
                        <a:spcAft>
                          <a:spcPts val="0"/>
                        </a:spcAft>
                        <a:buClr>
                          <a:srgbClr val="000000"/>
                        </a:buClr>
                        <a:buSzPts val="1500"/>
                        <a:buFont typeface="Arial"/>
                        <a:buNone/>
                      </a:pPr>
                      <a:r>
                        <a:rPr lang="en" sz="1500" u="none" cap="none" strike="noStrike">
                          <a:latin typeface="Source Code Pro"/>
                          <a:ea typeface="Source Code Pro"/>
                          <a:cs typeface="Source Code Pro"/>
                          <a:sym typeface="Source Code Pro"/>
                        </a:rPr>
                        <a:t>&lt;aside&gt;</a:t>
                      </a:r>
                      <a:endParaRPr sz="1500" u="none" cap="none" strike="noStrike">
                        <a:latin typeface="Source Code Pro"/>
                        <a:ea typeface="Source Code Pro"/>
                        <a:cs typeface="Source Code Pro"/>
                        <a:sym typeface="Source Code Pro"/>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t>To define a “side” component of a web page. Usually used as part to put ads or something not related to the main content</a:t>
                      </a:r>
                      <a:endParaRPr sz="1200" u="none" cap="none" strike="noStrike"/>
                    </a:p>
                  </a:txBody>
                  <a:tcPr marT="91425" marB="91425" marR="91425" marL="91425"/>
                </a:tc>
              </a:tr>
              <a:tr h="467600">
                <a:tc>
                  <a:txBody>
                    <a:bodyPr/>
                    <a:lstStyle/>
                    <a:p>
                      <a:pPr indent="0" lvl="0" marL="0" marR="0" rtl="0" algn="l">
                        <a:lnSpc>
                          <a:spcPct val="100000"/>
                        </a:lnSpc>
                        <a:spcBef>
                          <a:spcPts val="0"/>
                        </a:spcBef>
                        <a:spcAft>
                          <a:spcPts val="0"/>
                        </a:spcAft>
                        <a:buClr>
                          <a:srgbClr val="000000"/>
                        </a:buClr>
                        <a:buSzPts val="1500"/>
                        <a:buFont typeface="Arial"/>
                        <a:buNone/>
                      </a:pPr>
                      <a:r>
                        <a:rPr lang="en" sz="1500" u="none" cap="none" strike="noStrike">
                          <a:latin typeface="Source Code Pro"/>
                          <a:ea typeface="Source Code Pro"/>
                          <a:cs typeface="Source Code Pro"/>
                          <a:sym typeface="Source Code Pro"/>
                        </a:rPr>
                        <a:t>&lt;header&gt;</a:t>
                      </a:r>
                      <a:endParaRPr sz="1500" u="none" cap="none" strike="noStrike">
                        <a:latin typeface="Source Code Pro"/>
                        <a:ea typeface="Source Code Pro"/>
                        <a:cs typeface="Source Code Pro"/>
                        <a:sym typeface="Source Code Pro"/>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t>To use as header or introduction to a content (in </a:t>
                      </a:r>
                      <a:r>
                        <a:rPr lang="en" sz="1200" u="none" cap="none" strike="noStrike">
                          <a:latin typeface="Source Code Pro"/>
                          <a:ea typeface="Source Code Pro"/>
                          <a:cs typeface="Source Code Pro"/>
                          <a:sym typeface="Source Code Pro"/>
                        </a:rPr>
                        <a:t>&lt;article&gt;)</a:t>
                      </a:r>
                      <a:endParaRPr sz="1200" u="none" cap="none" strike="noStrike"/>
                    </a:p>
                  </a:txBody>
                  <a:tcPr marT="91425" marB="91425" marR="91425" marL="91425"/>
                </a:tc>
              </a:tr>
              <a:tr h="467600">
                <a:tc>
                  <a:txBody>
                    <a:bodyPr/>
                    <a:lstStyle/>
                    <a:p>
                      <a:pPr indent="0" lvl="0" marL="0" marR="0" rtl="0" algn="l">
                        <a:lnSpc>
                          <a:spcPct val="100000"/>
                        </a:lnSpc>
                        <a:spcBef>
                          <a:spcPts val="0"/>
                        </a:spcBef>
                        <a:spcAft>
                          <a:spcPts val="0"/>
                        </a:spcAft>
                        <a:buClr>
                          <a:srgbClr val="000000"/>
                        </a:buClr>
                        <a:buSzPts val="1500"/>
                        <a:buFont typeface="Arial"/>
                        <a:buNone/>
                      </a:pPr>
                      <a:r>
                        <a:rPr lang="en" sz="1500" u="none" cap="none" strike="noStrike">
                          <a:latin typeface="Source Code Pro"/>
                          <a:ea typeface="Source Code Pro"/>
                          <a:cs typeface="Source Code Pro"/>
                          <a:sym typeface="Source Code Pro"/>
                        </a:rPr>
                        <a:t>&lt;footer&gt;</a:t>
                      </a:r>
                      <a:endParaRPr sz="1500" u="none" cap="none" strike="noStrike">
                        <a:latin typeface="Source Code Pro"/>
                        <a:ea typeface="Source Code Pro"/>
                        <a:cs typeface="Source Code Pro"/>
                        <a:sym typeface="Source Code Pro"/>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t>To use as container to store other information, usually located on the bottom of a page</a:t>
                      </a:r>
                      <a:endParaRPr sz="1200" u="none" cap="none" strike="noStrike"/>
                    </a:p>
                  </a:txBody>
                  <a:tcPr marT="91425" marB="91425" marR="91425" marL="91425"/>
                </a:tc>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4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Sectioning Point of View</a:t>
            </a:r>
            <a:endParaRPr/>
          </a:p>
        </p:txBody>
      </p:sp>
      <p:sp>
        <p:nvSpPr>
          <p:cNvPr id="333" name="Google Shape;333;p4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0"/>
              </a:spcBef>
              <a:spcAft>
                <a:spcPts val="0"/>
              </a:spcAft>
              <a:buSzPts val="1800"/>
              <a:buNone/>
            </a:pPr>
            <a:r>
              <a:rPr lang="en"/>
              <a:t>Look at the image to see the sectioning point of view</a:t>
            </a:r>
            <a:endParaRPr/>
          </a:p>
          <a:p>
            <a:pPr indent="0" lvl="0" marL="0" rtl="0" algn="just">
              <a:lnSpc>
                <a:spcPct val="115000"/>
              </a:lnSpc>
              <a:spcBef>
                <a:spcPts val="1200"/>
              </a:spcBef>
              <a:spcAft>
                <a:spcPts val="0"/>
              </a:spcAft>
              <a:buSzPts val="1800"/>
              <a:buNone/>
            </a:pPr>
            <a:r>
              <a:rPr lang="en"/>
              <a:t>Although, do not take this as standard!</a:t>
            </a:r>
            <a:endParaRPr/>
          </a:p>
          <a:p>
            <a:pPr indent="0" lvl="0" marL="0" rtl="0" algn="just">
              <a:lnSpc>
                <a:spcPct val="115000"/>
              </a:lnSpc>
              <a:spcBef>
                <a:spcPts val="1200"/>
              </a:spcBef>
              <a:spcAft>
                <a:spcPts val="0"/>
              </a:spcAft>
              <a:buSzPts val="1800"/>
              <a:buNone/>
            </a:pPr>
            <a:r>
              <a:rPr lang="en"/>
              <a:t>BUT, using these semantics will help your web pages being</a:t>
            </a:r>
            <a:endParaRPr/>
          </a:p>
          <a:p>
            <a:pPr indent="0" lvl="0" marL="0" rtl="0" algn="just">
              <a:lnSpc>
                <a:spcPct val="115000"/>
              </a:lnSpc>
              <a:spcBef>
                <a:spcPts val="1200"/>
              </a:spcBef>
              <a:spcAft>
                <a:spcPts val="1200"/>
              </a:spcAft>
              <a:buSzPts val="1800"/>
              <a:buNone/>
            </a:pPr>
            <a:r>
              <a:rPr lang="en"/>
              <a:t>Processed well in the SEO!</a:t>
            </a:r>
            <a:endParaRPr/>
          </a:p>
        </p:txBody>
      </p:sp>
      <p:pic>
        <p:nvPicPr>
          <p:cNvPr id="334" name="Google Shape;334;p43"/>
          <p:cNvPicPr preferRelativeResize="0"/>
          <p:nvPr/>
        </p:nvPicPr>
        <p:blipFill rotWithShape="1">
          <a:blip r:embed="rId3">
            <a:alphaModFix/>
          </a:blip>
          <a:srcRect b="0" l="0" r="0" t="0"/>
          <a:stretch/>
        </p:blipFill>
        <p:spPr>
          <a:xfrm>
            <a:off x="6348363" y="1673150"/>
            <a:ext cx="2085975" cy="245745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44"/>
          <p:cNvSpPr txBox="1"/>
          <p:nvPr>
            <p:ph type="title"/>
          </p:nvPr>
        </p:nvSpPr>
        <p:spPr>
          <a:xfrm>
            <a:off x="322776" y="-12175"/>
            <a:ext cx="8520600" cy="340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49009"/>
              <a:buNone/>
            </a:pPr>
            <a:r>
              <a:rPr lang="en" sz="2020"/>
              <a:t>Let’s try!</a:t>
            </a:r>
            <a:endParaRPr sz="2020"/>
          </a:p>
        </p:txBody>
      </p:sp>
      <p:sp>
        <p:nvSpPr>
          <p:cNvPr id="340" name="Google Shape;340;p44"/>
          <p:cNvSpPr txBox="1"/>
          <p:nvPr>
            <p:ph idx="1" type="body"/>
          </p:nvPr>
        </p:nvSpPr>
        <p:spPr>
          <a:xfrm>
            <a:off x="311700" y="501800"/>
            <a:ext cx="8520600" cy="4357800"/>
          </a:xfrm>
          <a:prstGeom prst="rect">
            <a:avLst/>
          </a:prstGeom>
          <a:solidFill>
            <a:schemeClr val="dk1"/>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800"/>
              <a:buNone/>
            </a:pPr>
            <a:r>
              <a:rPr lang="en" sz="1100">
                <a:solidFill>
                  <a:srgbClr val="F8F8F2"/>
                </a:solidFill>
                <a:highlight>
                  <a:srgbClr val="272822"/>
                </a:highlight>
                <a:latin typeface="Courier New"/>
                <a:ea typeface="Courier New"/>
                <a:cs typeface="Courier New"/>
                <a:sym typeface="Courier New"/>
              </a:rPr>
              <a:t>&lt;</a:t>
            </a:r>
            <a:r>
              <a:rPr lang="en" sz="1100">
                <a:solidFill>
                  <a:srgbClr val="F92672"/>
                </a:solidFill>
                <a:highlight>
                  <a:srgbClr val="272822"/>
                </a:highlight>
                <a:latin typeface="Courier New"/>
                <a:ea typeface="Courier New"/>
                <a:cs typeface="Courier New"/>
                <a:sym typeface="Courier New"/>
              </a:rPr>
              <a:t>main</a:t>
            </a:r>
            <a:r>
              <a:rPr lang="en" sz="1100">
                <a:solidFill>
                  <a:srgbClr val="F8F8F2"/>
                </a:solidFill>
                <a:highlight>
                  <a:srgbClr val="272822"/>
                </a:highlight>
                <a:latin typeface="Courier New"/>
                <a:ea typeface="Courier New"/>
                <a:cs typeface="Courier New"/>
                <a:sym typeface="Courier New"/>
              </a:rPr>
              <a:t>&gt;</a:t>
            </a:r>
            <a:endParaRPr sz="11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100">
                <a:solidFill>
                  <a:srgbClr val="F8F8F2"/>
                </a:solidFill>
                <a:highlight>
                  <a:srgbClr val="272822"/>
                </a:highlight>
                <a:latin typeface="Courier New"/>
                <a:ea typeface="Courier New"/>
                <a:cs typeface="Courier New"/>
                <a:sym typeface="Courier New"/>
              </a:rPr>
              <a:t>   &lt;</a:t>
            </a:r>
            <a:r>
              <a:rPr lang="en" sz="1100">
                <a:solidFill>
                  <a:srgbClr val="F92672"/>
                </a:solidFill>
                <a:highlight>
                  <a:srgbClr val="272822"/>
                </a:highlight>
                <a:latin typeface="Courier New"/>
                <a:ea typeface="Courier New"/>
                <a:cs typeface="Courier New"/>
                <a:sym typeface="Courier New"/>
              </a:rPr>
              <a:t>header</a:t>
            </a:r>
            <a:r>
              <a:rPr lang="en" sz="1100">
                <a:solidFill>
                  <a:srgbClr val="F8F8F2"/>
                </a:solidFill>
                <a:highlight>
                  <a:srgbClr val="272822"/>
                </a:highlight>
                <a:latin typeface="Courier New"/>
                <a:ea typeface="Courier New"/>
                <a:cs typeface="Courier New"/>
                <a:sym typeface="Courier New"/>
              </a:rPr>
              <a:t>&gt;</a:t>
            </a:r>
            <a:endParaRPr sz="11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100">
                <a:solidFill>
                  <a:srgbClr val="F8F8F2"/>
                </a:solidFill>
                <a:highlight>
                  <a:srgbClr val="272822"/>
                </a:highlight>
                <a:latin typeface="Courier New"/>
                <a:ea typeface="Courier New"/>
                <a:cs typeface="Courier New"/>
                <a:sym typeface="Courier New"/>
              </a:rPr>
              <a:t>       &lt;</a:t>
            </a:r>
            <a:r>
              <a:rPr lang="en" sz="1100">
                <a:solidFill>
                  <a:srgbClr val="F92672"/>
                </a:solidFill>
                <a:highlight>
                  <a:srgbClr val="272822"/>
                </a:highlight>
                <a:latin typeface="Courier New"/>
                <a:ea typeface="Courier New"/>
                <a:cs typeface="Courier New"/>
                <a:sym typeface="Courier New"/>
              </a:rPr>
              <a:t>h1</a:t>
            </a:r>
            <a:r>
              <a:rPr lang="en" sz="1100">
                <a:solidFill>
                  <a:srgbClr val="F8F8F2"/>
                </a:solidFill>
                <a:highlight>
                  <a:srgbClr val="272822"/>
                </a:highlight>
                <a:latin typeface="Courier New"/>
                <a:ea typeface="Courier New"/>
                <a:cs typeface="Courier New"/>
                <a:sym typeface="Courier New"/>
              </a:rPr>
              <a:t>&gt;Welcome to Web Programming Recipe!&lt;/</a:t>
            </a:r>
            <a:r>
              <a:rPr lang="en" sz="1100">
                <a:solidFill>
                  <a:srgbClr val="F92672"/>
                </a:solidFill>
                <a:highlight>
                  <a:srgbClr val="272822"/>
                </a:highlight>
                <a:latin typeface="Courier New"/>
                <a:ea typeface="Courier New"/>
                <a:cs typeface="Courier New"/>
                <a:sym typeface="Courier New"/>
              </a:rPr>
              <a:t>h1</a:t>
            </a:r>
            <a:r>
              <a:rPr lang="en" sz="1100">
                <a:solidFill>
                  <a:srgbClr val="F8F8F2"/>
                </a:solidFill>
                <a:highlight>
                  <a:srgbClr val="272822"/>
                </a:highlight>
                <a:latin typeface="Courier New"/>
                <a:ea typeface="Courier New"/>
                <a:cs typeface="Courier New"/>
                <a:sym typeface="Courier New"/>
              </a:rPr>
              <a:t>&gt;</a:t>
            </a:r>
            <a:endParaRPr sz="11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100">
                <a:solidFill>
                  <a:srgbClr val="F8F8F2"/>
                </a:solidFill>
                <a:highlight>
                  <a:srgbClr val="272822"/>
                </a:highlight>
                <a:latin typeface="Courier New"/>
                <a:ea typeface="Courier New"/>
                <a:cs typeface="Courier New"/>
                <a:sym typeface="Courier New"/>
              </a:rPr>
              <a:t>   &lt;/</a:t>
            </a:r>
            <a:r>
              <a:rPr lang="en" sz="1100">
                <a:solidFill>
                  <a:srgbClr val="F92672"/>
                </a:solidFill>
                <a:highlight>
                  <a:srgbClr val="272822"/>
                </a:highlight>
                <a:latin typeface="Courier New"/>
                <a:ea typeface="Courier New"/>
                <a:cs typeface="Courier New"/>
                <a:sym typeface="Courier New"/>
              </a:rPr>
              <a:t>header</a:t>
            </a:r>
            <a:r>
              <a:rPr lang="en" sz="1100">
                <a:solidFill>
                  <a:srgbClr val="F8F8F2"/>
                </a:solidFill>
                <a:highlight>
                  <a:srgbClr val="272822"/>
                </a:highlight>
                <a:latin typeface="Courier New"/>
                <a:ea typeface="Courier New"/>
                <a:cs typeface="Courier New"/>
                <a:sym typeface="Courier New"/>
              </a:rPr>
              <a:t>&gt;</a:t>
            </a:r>
            <a:endParaRPr sz="11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100">
                <a:solidFill>
                  <a:srgbClr val="F8F8F2"/>
                </a:solidFill>
                <a:highlight>
                  <a:srgbClr val="272822"/>
                </a:highlight>
                <a:latin typeface="Courier New"/>
                <a:ea typeface="Courier New"/>
                <a:cs typeface="Courier New"/>
                <a:sym typeface="Courier New"/>
              </a:rPr>
              <a:t>   &lt;</a:t>
            </a:r>
            <a:r>
              <a:rPr lang="en" sz="1100">
                <a:solidFill>
                  <a:srgbClr val="F92672"/>
                </a:solidFill>
                <a:highlight>
                  <a:srgbClr val="272822"/>
                </a:highlight>
                <a:latin typeface="Courier New"/>
                <a:ea typeface="Courier New"/>
                <a:cs typeface="Courier New"/>
                <a:sym typeface="Courier New"/>
              </a:rPr>
              <a:t>nav</a:t>
            </a:r>
            <a:r>
              <a:rPr lang="en" sz="1100">
                <a:solidFill>
                  <a:srgbClr val="F8F8F2"/>
                </a:solidFill>
                <a:highlight>
                  <a:srgbClr val="272822"/>
                </a:highlight>
                <a:latin typeface="Courier New"/>
                <a:ea typeface="Courier New"/>
                <a:cs typeface="Courier New"/>
                <a:sym typeface="Courier New"/>
              </a:rPr>
              <a:t>&gt;</a:t>
            </a:r>
            <a:endParaRPr sz="11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100">
                <a:solidFill>
                  <a:srgbClr val="F8F8F2"/>
                </a:solidFill>
                <a:highlight>
                  <a:srgbClr val="272822"/>
                </a:highlight>
                <a:latin typeface="Courier New"/>
                <a:ea typeface="Courier New"/>
                <a:cs typeface="Courier New"/>
                <a:sym typeface="Courier New"/>
              </a:rPr>
              <a:t>       &lt;</a:t>
            </a:r>
            <a:r>
              <a:rPr lang="en" sz="1100">
                <a:solidFill>
                  <a:srgbClr val="F92672"/>
                </a:solidFill>
                <a:highlight>
                  <a:srgbClr val="272822"/>
                </a:highlight>
                <a:latin typeface="Courier New"/>
                <a:ea typeface="Courier New"/>
                <a:cs typeface="Courier New"/>
                <a:sym typeface="Courier New"/>
              </a:rPr>
              <a:t>span</a:t>
            </a:r>
            <a:r>
              <a:rPr lang="en" sz="1100">
                <a:solidFill>
                  <a:srgbClr val="F8F8F2"/>
                </a:solidFill>
                <a:highlight>
                  <a:srgbClr val="272822"/>
                </a:highlight>
                <a:latin typeface="Courier New"/>
                <a:ea typeface="Courier New"/>
                <a:cs typeface="Courier New"/>
                <a:sym typeface="Courier New"/>
              </a:rPr>
              <a:t>&gt;Home&lt;/</a:t>
            </a:r>
            <a:r>
              <a:rPr lang="en" sz="1100">
                <a:solidFill>
                  <a:srgbClr val="F92672"/>
                </a:solidFill>
                <a:highlight>
                  <a:srgbClr val="272822"/>
                </a:highlight>
                <a:latin typeface="Courier New"/>
                <a:ea typeface="Courier New"/>
                <a:cs typeface="Courier New"/>
                <a:sym typeface="Courier New"/>
              </a:rPr>
              <a:t>span</a:t>
            </a:r>
            <a:r>
              <a:rPr lang="en" sz="1100">
                <a:solidFill>
                  <a:srgbClr val="F8F8F2"/>
                </a:solidFill>
                <a:highlight>
                  <a:srgbClr val="272822"/>
                </a:highlight>
                <a:latin typeface="Courier New"/>
                <a:ea typeface="Courier New"/>
                <a:cs typeface="Courier New"/>
                <a:sym typeface="Courier New"/>
              </a:rPr>
              <a:t>&gt;</a:t>
            </a:r>
            <a:endParaRPr sz="11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100">
                <a:solidFill>
                  <a:srgbClr val="F8F8F2"/>
                </a:solidFill>
                <a:highlight>
                  <a:srgbClr val="272822"/>
                </a:highlight>
                <a:latin typeface="Courier New"/>
                <a:ea typeface="Courier New"/>
                <a:cs typeface="Courier New"/>
                <a:sym typeface="Courier New"/>
              </a:rPr>
              <a:t>       &lt;</a:t>
            </a:r>
            <a:r>
              <a:rPr lang="en" sz="1100">
                <a:solidFill>
                  <a:srgbClr val="F92672"/>
                </a:solidFill>
                <a:highlight>
                  <a:srgbClr val="272822"/>
                </a:highlight>
                <a:latin typeface="Courier New"/>
                <a:ea typeface="Courier New"/>
                <a:cs typeface="Courier New"/>
                <a:sym typeface="Courier New"/>
              </a:rPr>
              <a:t>span</a:t>
            </a:r>
            <a:r>
              <a:rPr lang="en" sz="1100">
                <a:solidFill>
                  <a:srgbClr val="F8F8F2"/>
                </a:solidFill>
                <a:highlight>
                  <a:srgbClr val="272822"/>
                </a:highlight>
                <a:latin typeface="Courier New"/>
                <a:ea typeface="Courier New"/>
                <a:cs typeface="Courier New"/>
                <a:sym typeface="Courier New"/>
              </a:rPr>
              <a:t>&gt;HTML&lt;/</a:t>
            </a:r>
            <a:r>
              <a:rPr lang="en" sz="1100">
                <a:solidFill>
                  <a:srgbClr val="F92672"/>
                </a:solidFill>
                <a:highlight>
                  <a:srgbClr val="272822"/>
                </a:highlight>
                <a:latin typeface="Courier New"/>
                <a:ea typeface="Courier New"/>
                <a:cs typeface="Courier New"/>
                <a:sym typeface="Courier New"/>
              </a:rPr>
              <a:t>span</a:t>
            </a:r>
            <a:r>
              <a:rPr lang="en" sz="1100">
                <a:solidFill>
                  <a:srgbClr val="F8F8F2"/>
                </a:solidFill>
                <a:highlight>
                  <a:srgbClr val="272822"/>
                </a:highlight>
                <a:latin typeface="Courier New"/>
                <a:ea typeface="Courier New"/>
                <a:cs typeface="Courier New"/>
                <a:sym typeface="Courier New"/>
              </a:rPr>
              <a:t>&gt;</a:t>
            </a:r>
            <a:endParaRPr sz="11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100">
                <a:solidFill>
                  <a:srgbClr val="F8F8F2"/>
                </a:solidFill>
                <a:highlight>
                  <a:srgbClr val="272822"/>
                </a:highlight>
                <a:latin typeface="Courier New"/>
                <a:ea typeface="Courier New"/>
                <a:cs typeface="Courier New"/>
                <a:sym typeface="Courier New"/>
              </a:rPr>
              <a:t>       &lt;</a:t>
            </a:r>
            <a:r>
              <a:rPr lang="en" sz="1100">
                <a:solidFill>
                  <a:srgbClr val="F92672"/>
                </a:solidFill>
                <a:highlight>
                  <a:srgbClr val="272822"/>
                </a:highlight>
                <a:latin typeface="Courier New"/>
                <a:ea typeface="Courier New"/>
                <a:cs typeface="Courier New"/>
                <a:sym typeface="Courier New"/>
              </a:rPr>
              <a:t>span</a:t>
            </a:r>
            <a:r>
              <a:rPr lang="en" sz="1100">
                <a:solidFill>
                  <a:srgbClr val="F8F8F2"/>
                </a:solidFill>
                <a:highlight>
                  <a:srgbClr val="272822"/>
                </a:highlight>
                <a:latin typeface="Courier New"/>
                <a:ea typeface="Courier New"/>
                <a:cs typeface="Courier New"/>
                <a:sym typeface="Courier New"/>
              </a:rPr>
              <a:t>&gt;CSS&lt;/</a:t>
            </a:r>
            <a:r>
              <a:rPr lang="en" sz="1100">
                <a:solidFill>
                  <a:srgbClr val="F92672"/>
                </a:solidFill>
                <a:highlight>
                  <a:srgbClr val="272822"/>
                </a:highlight>
                <a:latin typeface="Courier New"/>
                <a:ea typeface="Courier New"/>
                <a:cs typeface="Courier New"/>
                <a:sym typeface="Courier New"/>
              </a:rPr>
              <a:t>span</a:t>
            </a:r>
            <a:r>
              <a:rPr lang="en" sz="1100">
                <a:solidFill>
                  <a:srgbClr val="F8F8F2"/>
                </a:solidFill>
                <a:highlight>
                  <a:srgbClr val="272822"/>
                </a:highlight>
                <a:latin typeface="Courier New"/>
                <a:ea typeface="Courier New"/>
                <a:cs typeface="Courier New"/>
                <a:sym typeface="Courier New"/>
              </a:rPr>
              <a:t>&gt;</a:t>
            </a:r>
            <a:endParaRPr sz="11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100">
                <a:solidFill>
                  <a:srgbClr val="F8F8F2"/>
                </a:solidFill>
                <a:highlight>
                  <a:srgbClr val="272822"/>
                </a:highlight>
                <a:latin typeface="Courier New"/>
                <a:ea typeface="Courier New"/>
                <a:cs typeface="Courier New"/>
                <a:sym typeface="Courier New"/>
              </a:rPr>
              <a:t>       &lt;</a:t>
            </a:r>
            <a:r>
              <a:rPr lang="en" sz="1100">
                <a:solidFill>
                  <a:srgbClr val="F92672"/>
                </a:solidFill>
                <a:highlight>
                  <a:srgbClr val="272822"/>
                </a:highlight>
                <a:latin typeface="Courier New"/>
                <a:ea typeface="Courier New"/>
                <a:cs typeface="Courier New"/>
                <a:sym typeface="Courier New"/>
              </a:rPr>
              <a:t>span</a:t>
            </a:r>
            <a:r>
              <a:rPr lang="en" sz="1100">
                <a:solidFill>
                  <a:srgbClr val="F8F8F2"/>
                </a:solidFill>
                <a:highlight>
                  <a:srgbClr val="272822"/>
                </a:highlight>
                <a:latin typeface="Courier New"/>
                <a:ea typeface="Courier New"/>
                <a:cs typeface="Courier New"/>
                <a:sym typeface="Courier New"/>
              </a:rPr>
              <a:t>&gt;JavaScript&lt;/</a:t>
            </a:r>
            <a:r>
              <a:rPr lang="en" sz="1100">
                <a:solidFill>
                  <a:srgbClr val="F92672"/>
                </a:solidFill>
                <a:highlight>
                  <a:srgbClr val="272822"/>
                </a:highlight>
                <a:latin typeface="Courier New"/>
                <a:ea typeface="Courier New"/>
                <a:cs typeface="Courier New"/>
                <a:sym typeface="Courier New"/>
              </a:rPr>
              <a:t>span</a:t>
            </a:r>
            <a:r>
              <a:rPr lang="en" sz="1100">
                <a:solidFill>
                  <a:srgbClr val="F8F8F2"/>
                </a:solidFill>
                <a:highlight>
                  <a:srgbClr val="272822"/>
                </a:highlight>
                <a:latin typeface="Courier New"/>
                <a:ea typeface="Courier New"/>
                <a:cs typeface="Courier New"/>
                <a:sym typeface="Courier New"/>
              </a:rPr>
              <a:t>&gt;</a:t>
            </a:r>
            <a:endParaRPr sz="11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100">
                <a:solidFill>
                  <a:srgbClr val="F8F8F2"/>
                </a:solidFill>
                <a:highlight>
                  <a:srgbClr val="272822"/>
                </a:highlight>
                <a:latin typeface="Courier New"/>
                <a:ea typeface="Courier New"/>
                <a:cs typeface="Courier New"/>
                <a:sym typeface="Courier New"/>
              </a:rPr>
              <a:t>   &lt;/</a:t>
            </a:r>
            <a:r>
              <a:rPr lang="en" sz="1100">
                <a:solidFill>
                  <a:srgbClr val="F92672"/>
                </a:solidFill>
                <a:highlight>
                  <a:srgbClr val="272822"/>
                </a:highlight>
                <a:latin typeface="Courier New"/>
                <a:ea typeface="Courier New"/>
                <a:cs typeface="Courier New"/>
                <a:sym typeface="Courier New"/>
              </a:rPr>
              <a:t>nav</a:t>
            </a:r>
            <a:r>
              <a:rPr lang="en" sz="1100">
                <a:solidFill>
                  <a:srgbClr val="F8F8F2"/>
                </a:solidFill>
                <a:highlight>
                  <a:srgbClr val="272822"/>
                </a:highlight>
                <a:latin typeface="Courier New"/>
                <a:ea typeface="Courier New"/>
                <a:cs typeface="Courier New"/>
                <a:sym typeface="Courier New"/>
              </a:rPr>
              <a:t>&gt;</a:t>
            </a:r>
            <a:endParaRPr sz="11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100">
                <a:solidFill>
                  <a:srgbClr val="F8F8F2"/>
                </a:solidFill>
                <a:highlight>
                  <a:srgbClr val="272822"/>
                </a:highlight>
                <a:latin typeface="Courier New"/>
                <a:ea typeface="Courier New"/>
                <a:cs typeface="Courier New"/>
                <a:sym typeface="Courier New"/>
              </a:rPr>
              <a:t>   &lt;</a:t>
            </a:r>
            <a:r>
              <a:rPr lang="en" sz="1100">
                <a:solidFill>
                  <a:srgbClr val="F92672"/>
                </a:solidFill>
                <a:highlight>
                  <a:srgbClr val="272822"/>
                </a:highlight>
                <a:latin typeface="Courier New"/>
                <a:ea typeface="Courier New"/>
                <a:cs typeface="Courier New"/>
                <a:sym typeface="Courier New"/>
              </a:rPr>
              <a:t>section</a:t>
            </a:r>
            <a:r>
              <a:rPr lang="en" sz="1100">
                <a:solidFill>
                  <a:srgbClr val="F8F8F2"/>
                </a:solidFill>
                <a:highlight>
                  <a:srgbClr val="272822"/>
                </a:highlight>
                <a:latin typeface="Courier New"/>
                <a:ea typeface="Courier New"/>
                <a:cs typeface="Courier New"/>
                <a:sym typeface="Courier New"/>
              </a:rPr>
              <a:t>&gt;</a:t>
            </a:r>
            <a:endParaRPr sz="11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100">
                <a:solidFill>
                  <a:srgbClr val="F8F8F2"/>
                </a:solidFill>
                <a:highlight>
                  <a:srgbClr val="272822"/>
                </a:highlight>
                <a:latin typeface="Courier New"/>
                <a:ea typeface="Courier New"/>
                <a:cs typeface="Courier New"/>
                <a:sym typeface="Courier New"/>
              </a:rPr>
              <a:t>       &lt;</a:t>
            </a:r>
            <a:r>
              <a:rPr lang="en" sz="1100">
                <a:solidFill>
                  <a:srgbClr val="F92672"/>
                </a:solidFill>
                <a:highlight>
                  <a:srgbClr val="272822"/>
                </a:highlight>
                <a:latin typeface="Courier New"/>
                <a:ea typeface="Courier New"/>
                <a:cs typeface="Courier New"/>
                <a:sym typeface="Courier New"/>
              </a:rPr>
              <a:t>p</a:t>
            </a:r>
            <a:r>
              <a:rPr lang="en" sz="1100">
                <a:solidFill>
                  <a:srgbClr val="F8F8F2"/>
                </a:solidFill>
                <a:highlight>
                  <a:srgbClr val="272822"/>
                </a:highlight>
                <a:latin typeface="Courier New"/>
                <a:ea typeface="Courier New"/>
                <a:cs typeface="Courier New"/>
                <a:sym typeface="Courier New"/>
              </a:rPr>
              <a:t>&gt;</a:t>
            </a:r>
            <a:endParaRPr sz="11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100">
                <a:solidFill>
                  <a:srgbClr val="F8F8F2"/>
                </a:solidFill>
                <a:highlight>
                  <a:srgbClr val="272822"/>
                </a:highlight>
                <a:latin typeface="Courier New"/>
                <a:ea typeface="Courier New"/>
                <a:cs typeface="Courier New"/>
                <a:sym typeface="Courier New"/>
              </a:rPr>
              <a:t>           Web Programming is a fundamental topics to prepare you</a:t>
            </a:r>
            <a:endParaRPr sz="11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100">
                <a:solidFill>
                  <a:srgbClr val="F8F8F2"/>
                </a:solidFill>
                <a:highlight>
                  <a:srgbClr val="272822"/>
                </a:highlight>
                <a:latin typeface="Courier New"/>
                <a:ea typeface="Courier New"/>
                <a:cs typeface="Courier New"/>
                <a:sym typeface="Courier New"/>
              </a:rPr>
              <a:t>           to be able to develop a web-based software</a:t>
            </a:r>
            <a:endParaRPr sz="11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100">
                <a:solidFill>
                  <a:srgbClr val="F8F8F2"/>
                </a:solidFill>
                <a:highlight>
                  <a:srgbClr val="272822"/>
                </a:highlight>
                <a:latin typeface="Courier New"/>
                <a:ea typeface="Courier New"/>
                <a:cs typeface="Courier New"/>
                <a:sym typeface="Courier New"/>
              </a:rPr>
              <a:t>       &lt;/</a:t>
            </a:r>
            <a:r>
              <a:rPr lang="en" sz="1100">
                <a:solidFill>
                  <a:srgbClr val="F92672"/>
                </a:solidFill>
                <a:highlight>
                  <a:srgbClr val="272822"/>
                </a:highlight>
                <a:latin typeface="Courier New"/>
                <a:ea typeface="Courier New"/>
                <a:cs typeface="Courier New"/>
                <a:sym typeface="Courier New"/>
              </a:rPr>
              <a:t>p</a:t>
            </a:r>
            <a:r>
              <a:rPr lang="en" sz="1100">
                <a:solidFill>
                  <a:srgbClr val="F8F8F2"/>
                </a:solidFill>
                <a:highlight>
                  <a:srgbClr val="272822"/>
                </a:highlight>
                <a:latin typeface="Courier New"/>
                <a:ea typeface="Courier New"/>
                <a:cs typeface="Courier New"/>
                <a:sym typeface="Courier New"/>
              </a:rPr>
              <a:t>&gt;</a:t>
            </a:r>
            <a:endParaRPr sz="11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100">
                <a:solidFill>
                  <a:srgbClr val="F8F8F2"/>
                </a:solidFill>
                <a:highlight>
                  <a:srgbClr val="272822"/>
                </a:highlight>
                <a:latin typeface="Courier New"/>
                <a:ea typeface="Courier New"/>
                <a:cs typeface="Courier New"/>
                <a:sym typeface="Courier New"/>
              </a:rPr>
              <a:t>   &lt;/</a:t>
            </a:r>
            <a:r>
              <a:rPr lang="en" sz="1100">
                <a:solidFill>
                  <a:srgbClr val="F92672"/>
                </a:solidFill>
                <a:highlight>
                  <a:srgbClr val="272822"/>
                </a:highlight>
                <a:latin typeface="Courier New"/>
                <a:ea typeface="Courier New"/>
                <a:cs typeface="Courier New"/>
                <a:sym typeface="Courier New"/>
              </a:rPr>
              <a:t>section</a:t>
            </a:r>
            <a:r>
              <a:rPr lang="en" sz="1100">
                <a:solidFill>
                  <a:srgbClr val="F8F8F2"/>
                </a:solidFill>
                <a:highlight>
                  <a:srgbClr val="272822"/>
                </a:highlight>
                <a:latin typeface="Courier New"/>
                <a:ea typeface="Courier New"/>
                <a:cs typeface="Courier New"/>
                <a:sym typeface="Courier New"/>
              </a:rPr>
              <a:t>&gt;</a:t>
            </a:r>
            <a:endParaRPr sz="11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100">
                <a:solidFill>
                  <a:srgbClr val="F8F8F2"/>
                </a:solidFill>
                <a:highlight>
                  <a:srgbClr val="272822"/>
                </a:highlight>
                <a:latin typeface="Courier New"/>
                <a:ea typeface="Courier New"/>
                <a:cs typeface="Courier New"/>
                <a:sym typeface="Courier New"/>
              </a:rPr>
              <a:t>   &lt;</a:t>
            </a:r>
            <a:r>
              <a:rPr lang="en" sz="1100">
                <a:solidFill>
                  <a:srgbClr val="F92672"/>
                </a:solidFill>
                <a:highlight>
                  <a:srgbClr val="272822"/>
                </a:highlight>
                <a:latin typeface="Courier New"/>
                <a:ea typeface="Courier New"/>
                <a:cs typeface="Courier New"/>
                <a:sym typeface="Courier New"/>
              </a:rPr>
              <a:t>aside</a:t>
            </a:r>
            <a:r>
              <a:rPr lang="en" sz="1100">
                <a:solidFill>
                  <a:srgbClr val="F8F8F2"/>
                </a:solidFill>
                <a:highlight>
                  <a:srgbClr val="272822"/>
                </a:highlight>
                <a:latin typeface="Courier New"/>
                <a:ea typeface="Courier New"/>
                <a:cs typeface="Courier New"/>
                <a:sym typeface="Courier New"/>
              </a:rPr>
              <a:t>&gt;</a:t>
            </a:r>
            <a:endParaRPr sz="11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100">
                <a:solidFill>
                  <a:srgbClr val="F8F8F2"/>
                </a:solidFill>
                <a:highlight>
                  <a:srgbClr val="272822"/>
                </a:highlight>
                <a:latin typeface="Courier New"/>
                <a:ea typeface="Courier New"/>
                <a:cs typeface="Courier New"/>
                <a:sym typeface="Courier New"/>
              </a:rPr>
              <a:t>       &lt;</a:t>
            </a:r>
            <a:r>
              <a:rPr lang="en" sz="1100">
                <a:solidFill>
                  <a:srgbClr val="F92672"/>
                </a:solidFill>
                <a:highlight>
                  <a:srgbClr val="272822"/>
                </a:highlight>
                <a:latin typeface="Courier New"/>
                <a:ea typeface="Courier New"/>
                <a:cs typeface="Courier New"/>
                <a:sym typeface="Courier New"/>
              </a:rPr>
              <a:t>p</a:t>
            </a:r>
            <a:r>
              <a:rPr lang="en" sz="1100">
                <a:solidFill>
                  <a:srgbClr val="F8F8F2"/>
                </a:solidFill>
                <a:highlight>
                  <a:srgbClr val="272822"/>
                </a:highlight>
                <a:latin typeface="Courier New"/>
                <a:ea typeface="Courier New"/>
                <a:cs typeface="Courier New"/>
                <a:sym typeface="Courier New"/>
              </a:rPr>
              <a:t>&gt;  </a:t>
            </a:r>
            <a:endParaRPr sz="11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100">
                <a:solidFill>
                  <a:srgbClr val="F8F8F2"/>
                </a:solidFill>
                <a:highlight>
                  <a:srgbClr val="272822"/>
                </a:highlight>
                <a:latin typeface="Courier New"/>
                <a:ea typeface="Courier New"/>
                <a:cs typeface="Courier New"/>
                <a:sym typeface="Courier New"/>
              </a:rPr>
              <a:t>           Ads: Join PUMA Computing!</a:t>
            </a:r>
            <a:endParaRPr sz="11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100">
                <a:solidFill>
                  <a:srgbClr val="F8F8F2"/>
                </a:solidFill>
                <a:highlight>
                  <a:srgbClr val="272822"/>
                </a:highlight>
                <a:latin typeface="Courier New"/>
                <a:ea typeface="Courier New"/>
                <a:cs typeface="Courier New"/>
                <a:sym typeface="Courier New"/>
              </a:rPr>
              <a:t>       &lt;/</a:t>
            </a:r>
            <a:r>
              <a:rPr lang="en" sz="1100">
                <a:solidFill>
                  <a:srgbClr val="F92672"/>
                </a:solidFill>
                <a:highlight>
                  <a:srgbClr val="272822"/>
                </a:highlight>
                <a:latin typeface="Courier New"/>
                <a:ea typeface="Courier New"/>
                <a:cs typeface="Courier New"/>
                <a:sym typeface="Courier New"/>
              </a:rPr>
              <a:t>p</a:t>
            </a:r>
            <a:r>
              <a:rPr lang="en" sz="1100">
                <a:solidFill>
                  <a:srgbClr val="F8F8F2"/>
                </a:solidFill>
                <a:highlight>
                  <a:srgbClr val="272822"/>
                </a:highlight>
                <a:latin typeface="Courier New"/>
                <a:ea typeface="Courier New"/>
                <a:cs typeface="Courier New"/>
                <a:sym typeface="Courier New"/>
              </a:rPr>
              <a:t>&gt;</a:t>
            </a:r>
            <a:endParaRPr sz="11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100">
                <a:solidFill>
                  <a:srgbClr val="F8F8F2"/>
                </a:solidFill>
                <a:highlight>
                  <a:srgbClr val="272822"/>
                </a:highlight>
                <a:latin typeface="Courier New"/>
                <a:ea typeface="Courier New"/>
                <a:cs typeface="Courier New"/>
                <a:sym typeface="Courier New"/>
              </a:rPr>
              <a:t>   &lt;/</a:t>
            </a:r>
            <a:r>
              <a:rPr lang="en" sz="1100">
                <a:solidFill>
                  <a:srgbClr val="F92672"/>
                </a:solidFill>
                <a:highlight>
                  <a:srgbClr val="272822"/>
                </a:highlight>
                <a:latin typeface="Courier New"/>
                <a:ea typeface="Courier New"/>
                <a:cs typeface="Courier New"/>
                <a:sym typeface="Courier New"/>
              </a:rPr>
              <a:t>aside</a:t>
            </a:r>
            <a:r>
              <a:rPr lang="en" sz="1100">
                <a:solidFill>
                  <a:srgbClr val="F8F8F2"/>
                </a:solidFill>
                <a:highlight>
                  <a:srgbClr val="272822"/>
                </a:highlight>
                <a:latin typeface="Courier New"/>
                <a:ea typeface="Courier New"/>
                <a:cs typeface="Courier New"/>
                <a:sym typeface="Courier New"/>
              </a:rPr>
              <a:t>&gt;</a:t>
            </a:r>
            <a:endParaRPr sz="11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100">
                <a:solidFill>
                  <a:srgbClr val="F8F8F2"/>
                </a:solidFill>
                <a:highlight>
                  <a:srgbClr val="272822"/>
                </a:highlight>
                <a:latin typeface="Courier New"/>
                <a:ea typeface="Courier New"/>
                <a:cs typeface="Courier New"/>
                <a:sym typeface="Courier New"/>
              </a:rPr>
              <a:t>   &lt;</a:t>
            </a:r>
            <a:r>
              <a:rPr lang="en" sz="1100">
                <a:solidFill>
                  <a:srgbClr val="F92672"/>
                </a:solidFill>
                <a:highlight>
                  <a:srgbClr val="272822"/>
                </a:highlight>
                <a:latin typeface="Courier New"/>
                <a:ea typeface="Courier New"/>
                <a:cs typeface="Courier New"/>
                <a:sym typeface="Courier New"/>
              </a:rPr>
              <a:t>footer</a:t>
            </a:r>
            <a:r>
              <a:rPr lang="en" sz="1100">
                <a:solidFill>
                  <a:srgbClr val="F8F8F2"/>
                </a:solidFill>
                <a:highlight>
                  <a:srgbClr val="272822"/>
                </a:highlight>
                <a:latin typeface="Courier New"/>
                <a:ea typeface="Courier New"/>
                <a:cs typeface="Courier New"/>
                <a:sym typeface="Courier New"/>
              </a:rPr>
              <a:t>&gt;</a:t>
            </a:r>
            <a:endParaRPr sz="11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100">
                <a:solidFill>
                  <a:srgbClr val="F8F8F2"/>
                </a:solidFill>
                <a:highlight>
                  <a:srgbClr val="272822"/>
                </a:highlight>
                <a:latin typeface="Courier New"/>
                <a:ea typeface="Courier New"/>
                <a:cs typeface="Courier New"/>
                <a:sym typeface="Courier New"/>
              </a:rPr>
              <a:t>       Contact Computing: @pucomputing</a:t>
            </a:r>
            <a:endParaRPr sz="11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100">
                <a:solidFill>
                  <a:srgbClr val="F8F8F2"/>
                </a:solidFill>
                <a:highlight>
                  <a:srgbClr val="272822"/>
                </a:highlight>
                <a:latin typeface="Courier New"/>
                <a:ea typeface="Courier New"/>
                <a:cs typeface="Courier New"/>
                <a:sym typeface="Courier New"/>
              </a:rPr>
              <a:t>   &lt;/</a:t>
            </a:r>
            <a:r>
              <a:rPr lang="en" sz="1100">
                <a:solidFill>
                  <a:srgbClr val="F92672"/>
                </a:solidFill>
                <a:highlight>
                  <a:srgbClr val="272822"/>
                </a:highlight>
                <a:latin typeface="Courier New"/>
                <a:ea typeface="Courier New"/>
                <a:cs typeface="Courier New"/>
                <a:sym typeface="Courier New"/>
              </a:rPr>
              <a:t>footer</a:t>
            </a:r>
            <a:r>
              <a:rPr lang="en" sz="1100">
                <a:solidFill>
                  <a:srgbClr val="F8F8F2"/>
                </a:solidFill>
                <a:highlight>
                  <a:srgbClr val="272822"/>
                </a:highlight>
                <a:latin typeface="Courier New"/>
                <a:ea typeface="Courier New"/>
                <a:cs typeface="Courier New"/>
                <a:sym typeface="Courier New"/>
              </a:rPr>
              <a:t>&gt;</a:t>
            </a:r>
            <a:endParaRPr sz="11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100">
                <a:solidFill>
                  <a:srgbClr val="F8F8F2"/>
                </a:solidFill>
                <a:highlight>
                  <a:srgbClr val="272822"/>
                </a:highlight>
                <a:latin typeface="Courier New"/>
                <a:ea typeface="Courier New"/>
                <a:cs typeface="Courier New"/>
                <a:sym typeface="Courier New"/>
              </a:rPr>
              <a:t>&lt;/</a:t>
            </a:r>
            <a:r>
              <a:rPr lang="en" sz="1100">
                <a:solidFill>
                  <a:srgbClr val="F92672"/>
                </a:solidFill>
                <a:highlight>
                  <a:srgbClr val="272822"/>
                </a:highlight>
                <a:latin typeface="Courier New"/>
                <a:ea typeface="Courier New"/>
                <a:cs typeface="Courier New"/>
                <a:sym typeface="Courier New"/>
              </a:rPr>
              <a:t>main</a:t>
            </a:r>
            <a:r>
              <a:rPr lang="en" sz="1100">
                <a:solidFill>
                  <a:srgbClr val="F8F8F2"/>
                </a:solidFill>
                <a:highlight>
                  <a:srgbClr val="272822"/>
                </a:highlight>
                <a:latin typeface="Courier New"/>
                <a:ea typeface="Courier New"/>
                <a:cs typeface="Courier New"/>
                <a:sym typeface="Courier New"/>
              </a:rPr>
              <a:t>&gt;</a:t>
            </a:r>
            <a:endParaRPr sz="2000"/>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pic>
        <p:nvPicPr>
          <p:cNvPr id="345" name="Google Shape;345;p45"/>
          <p:cNvPicPr preferRelativeResize="0"/>
          <p:nvPr/>
        </p:nvPicPr>
        <p:blipFill rotWithShape="1">
          <a:blip r:embed="rId3">
            <a:alphaModFix/>
          </a:blip>
          <a:srcRect b="0" l="0" r="0" t="0"/>
          <a:stretch/>
        </p:blipFill>
        <p:spPr>
          <a:xfrm>
            <a:off x="152400" y="152400"/>
            <a:ext cx="8839203" cy="273872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46"/>
          <p:cNvSpPr txBox="1"/>
          <p:nvPr>
            <p:ph type="title"/>
          </p:nvPr>
        </p:nvSpPr>
        <p:spPr>
          <a:xfrm>
            <a:off x="311700" y="-121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Grouping Elements</a:t>
            </a:r>
            <a:endParaRPr/>
          </a:p>
        </p:txBody>
      </p:sp>
      <p:graphicFrame>
        <p:nvGraphicFramePr>
          <p:cNvPr id="351" name="Google Shape;351;p46"/>
          <p:cNvGraphicFramePr/>
          <p:nvPr/>
        </p:nvGraphicFramePr>
        <p:xfrm>
          <a:off x="135425" y="513775"/>
          <a:ext cx="3000000" cy="3000000"/>
        </p:xfrm>
        <a:graphic>
          <a:graphicData uri="http://schemas.openxmlformats.org/drawingml/2006/table">
            <a:tbl>
              <a:tblPr>
                <a:noFill/>
                <a:tableStyleId>{3808CA22-74E7-4C48-A5C3-A892B13D5083}</a:tableStyleId>
              </a:tblPr>
              <a:tblGrid>
                <a:gridCol w="1664150"/>
                <a:gridCol w="7209000"/>
              </a:tblGrid>
              <a:tr h="467600">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t>Tag</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t>Function</a:t>
                      </a:r>
                      <a:endParaRPr sz="1200" u="none" cap="none" strike="noStrike"/>
                    </a:p>
                  </a:txBody>
                  <a:tcPr marT="91425" marB="91425" marR="91425" marL="91425"/>
                </a:tc>
              </a:tr>
              <a:tr h="4676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Source Code Pro"/>
                          <a:ea typeface="Source Code Pro"/>
                          <a:cs typeface="Source Code Pro"/>
                          <a:sym typeface="Source Code Pro"/>
                        </a:rPr>
                        <a:t>&lt;div&gt;</a:t>
                      </a:r>
                      <a:endParaRPr sz="1400" u="none" cap="none" strike="noStrike">
                        <a:latin typeface="Source Code Pro"/>
                        <a:ea typeface="Source Code Pro"/>
                        <a:cs typeface="Source Code Pro"/>
                        <a:sym typeface="Source Code Pro"/>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To group a content. It means nothing except as division. Use this if you cannot think of anything else</a:t>
                      </a:r>
                      <a:endParaRPr sz="1400" u="none" cap="none" strike="noStrike"/>
                    </a:p>
                  </a:txBody>
                  <a:tcPr marT="91425" marB="91425" marR="91425" marL="91425"/>
                </a:tc>
              </a:tr>
              <a:tr h="4676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Source Code Pro"/>
                          <a:ea typeface="Source Code Pro"/>
                          <a:cs typeface="Source Code Pro"/>
                          <a:sym typeface="Source Code Pro"/>
                        </a:rPr>
                        <a:t>&lt;p&gt;</a:t>
                      </a:r>
                      <a:endParaRPr sz="1400" u="none" cap="none" strike="noStrike">
                        <a:latin typeface="Source Code Pro"/>
                        <a:ea typeface="Source Code Pro"/>
                        <a:cs typeface="Source Code Pro"/>
                        <a:sym typeface="Source Code Pro"/>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To make a paragraph</a:t>
                      </a:r>
                      <a:endParaRPr sz="1400" u="none" cap="none" strike="noStrike"/>
                    </a:p>
                  </a:txBody>
                  <a:tcPr marT="91425" marB="91425" marR="91425" marL="91425"/>
                </a:tc>
              </a:tr>
              <a:tr h="4676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Source Code Pro"/>
                          <a:ea typeface="Source Code Pro"/>
                          <a:cs typeface="Source Code Pro"/>
                          <a:sym typeface="Source Code Pro"/>
                        </a:rPr>
                        <a:t>&lt;blockquote&gt;</a:t>
                      </a:r>
                      <a:endParaRPr sz="1400" u="none" cap="none" strike="noStrike">
                        <a:latin typeface="Source Code Pro"/>
                        <a:ea typeface="Source Code Pro"/>
                        <a:cs typeface="Source Code Pro"/>
                        <a:sym typeface="Source Code Pro"/>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To mark up a text that is quoted from other sources</a:t>
                      </a:r>
                      <a:endParaRPr sz="1400" u="none" cap="none" strike="noStrike"/>
                    </a:p>
                  </a:txBody>
                  <a:tcPr marT="91425" marB="91425" marR="91425" marL="91425"/>
                </a:tc>
              </a:tr>
              <a:tr h="4676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Source Code Pro"/>
                          <a:ea typeface="Source Code Pro"/>
                          <a:cs typeface="Source Code Pro"/>
                          <a:sym typeface="Source Code Pro"/>
                        </a:rPr>
                        <a:t>&lt;details&gt; and &lt;summary&gt;</a:t>
                      </a:r>
                      <a:endParaRPr sz="1400" u="none" cap="none" strike="noStrike">
                        <a:latin typeface="Source Code Pro"/>
                        <a:ea typeface="Source Code Pro"/>
                        <a:cs typeface="Source Code Pro"/>
                        <a:sym typeface="Source Code Pro"/>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The details is used to give a clickable section of text and summary is to give the text summary</a:t>
                      </a:r>
                      <a:endParaRPr sz="1400" u="none" cap="none" strike="noStrike"/>
                    </a:p>
                  </a:txBody>
                  <a:tcPr marT="91425" marB="91425" marR="91425" marL="91425"/>
                </a:tc>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47"/>
          <p:cNvSpPr txBox="1"/>
          <p:nvPr>
            <p:ph type="title"/>
          </p:nvPr>
        </p:nvSpPr>
        <p:spPr>
          <a:xfrm>
            <a:off x="311700" y="64025"/>
            <a:ext cx="8520600" cy="3849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49009"/>
              <a:buNone/>
            </a:pPr>
            <a:r>
              <a:rPr lang="en" sz="2020"/>
              <a:t>Let’s try!</a:t>
            </a:r>
            <a:endParaRPr sz="2020"/>
          </a:p>
        </p:txBody>
      </p:sp>
      <p:sp>
        <p:nvSpPr>
          <p:cNvPr id="357" name="Google Shape;357;p47"/>
          <p:cNvSpPr txBox="1"/>
          <p:nvPr>
            <p:ph idx="1" type="body"/>
          </p:nvPr>
        </p:nvSpPr>
        <p:spPr>
          <a:xfrm>
            <a:off x="311700" y="448925"/>
            <a:ext cx="8520600" cy="4384200"/>
          </a:xfrm>
          <a:prstGeom prst="rect">
            <a:avLst/>
          </a:prstGeom>
          <a:solidFill>
            <a:schemeClr val="dk1"/>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800"/>
              <a:buNone/>
            </a:pPr>
            <a:r>
              <a:rPr lang="en" sz="1400">
                <a:solidFill>
                  <a:srgbClr val="F8F8F2"/>
                </a:solidFill>
                <a:highlight>
                  <a:srgbClr val="272822"/>
                </a:highlight>
                <a:latin typeface="Courier New"/>
                <a:ea typeface="Courier New"/>
                <a:cs typeface="Courier New"/>
                <a:sym typeface="Courier New"/>
              </a:rPr>
              <a:t>&lt;</a:t>
            </a:r>
            <a:r>
              <a:rPr lang="en" sz="1400">
                <a:solidFill>
                  <a:srgbClr val="F92672"/>
                </a:solidFill>
                <a:highlight>
                  <a:srgbClr val="272822"/>
                </a:highlight>
                <a:latin typeface="Courier New"/>
                <a:ea typeface="Courier New"/>
                <a:cs typeface="Courier New"/>
                <a:sym typeface="Courier New"/>
              </a:rPr>
              <a:t>div</a:t>
            </a:r>
            <a:r>
              <a:rPr lang="en" sz="1400">
                <a:solidFill>
                  <a:srgbClr val="F8F8F2"/>
                </a:solidFill>
                <a:highlight>
                  <a:srgbClr val="272822"/>
                </a:highlight>
                <a:latin typeface="Courier New"/>
                <a:ea typeface="Courier New"/>
                <a:cs typeface="Courier New"/>
                <a:sym typeface="Courier New"/>
              </a:rPr>
              <a:t>&gt;</a:t>
            </a:r>
            <a:endParaRPr sz="14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400">
                <a:solidFill>
                  <a:srgbClr val="F8F8F2"/>
                </a:solidFill>
                <a:highlight>
                  <a:srgbClr val="272822"/>
                </a:highlight>
                <a:latin typeface="Courier New"/>
                <a:ea typeface="Courier New"/>
                <a:cs typeface="Courier New"/>
                <a:sym typeface="Courier New"/>
              </a:rPr>
              <a:t>   This is one division of a page</a:t>
            </a:r>
            <a:endParaRPr sz="14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400">
                <a:solidFill>
                  <a:srgbClr val="F8F8F2"/>
                </a:solidFill>
                <a:highlight>
                  <a:srgbClr val="272822"/>
                </a:highlight>
                <a:latin typeface="Courier New"/>
                <a:ea typeface="Courier New"/>
                <a:cs typeface="Courier New"/>
                <a:sym typeface="Courier New"/>
              </a:rPr>
              <a:t>&lt;/</a:t>
            </a:r>
            <a:r>
              <a:rPr lang="en" sz="1400">
                <a:solidFill>
                  <a:srgbClr val="F92672"/>
                </a:solidFill>
                <a:highlight>
                  <a:srgbClr val="272822"/>
                </a:highlight>
                <a:latin typeface="Courier New"/>
                <a:ea typeface="Courier New"/>
                <a:cs typeface="Courier New"/>
                <a:sym typeface="Courier New"/>
              </a:rPr>
              <a:t>div</a:t>
            </a:r>
            <a:r>
              <a:rPr lang="en" sz="1400">
                <a:solidFill>
                  <a:srgbClr val="F8F8F2"/>
                </a:solidFill>
                <a:highlight>
                  <a:srgbClr val="272822"/>
                </a:highlight>
                <a:latin typeface="Courier New"/>
                <a:ea typeface="Courier New"/>
                <a:cs typeface="Courier New"/>
                <a:sym typeface="Courier New"/>
              </a:rPr>
              <a:t>&gt;</a:t>
            </a:r>
            <a:endParaRPr sz="14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400">
                <a:solidFill>
                  <a:srgbClr val="F8F8F2"/>
                </a:solidFill>
                <a:highlight>
                  <a:srgbClr val="272822"/>
                </a:highlight>
                <a:latin typeface="Courier New"/>
                <a:ea typeface="Courier New"/>
                <a:cs typeface="Courier New"/>
                <a:sym typeface="Courier New"/>
              </a:rPr>
              <a:t>&lt;</a:t>
            </a:r>
            <a:r>
              <a:rPr lang="en" sz="1400">
                <a:solidFill>
                  <a:srgbClr val="F92672"/>
                </a:solidFill>
                <a:highlight>
                  <a:srgbClr val="272822"/>
                </a:highlight>
                <a:latin typeface="Courier New"/>
                <a:ea typeface="Courier New"/>
                <a:cs typeface="Courier New"/>
                <a:sym typeface="Courier New"/>
              </a:rPr>
              <a:t>p</a:t>
            </a:r>
            <a:r>
              <a:rPr lang="en" sz="1400">
                <a:solidFill>
                  <a:srgbClr val="F8F8F2"/>
                </a:solidFill>
                <a:highlight>
                  <a:srgbClr val="272822"/>
                </a:highlight>
                <a:latin typeface="Courier New"/>
                <a:ea typeface="Courier New"/>
                <a:cs typeface="Courier New"/>
                <a:sym typeface="Courier New"/>
              </a:rPr>
              <a:t>&gt;</a:t>
            </a:r>
            <a:endParaRPr sz="14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400">
                <a:solidFill>
                  <a:srgbClr val="F8F8F2"/>
                </a:solidFill>
                <a:highlight>
                  <a:srgbClr val="272822"/>
                </a:highlight>
                <a:latin typeface="Courier New"/>
                <a:ea typeface="Courier New"/>
                <a:cs typeface="Courier New"/>
                <a:sym typeface="Courier New"/>
              </a:rPr>
              <a:t>   But this is a paragraph with a quote from someone:&lt;</a:t>
            </a:r>
            <a:r>
              <a:rPr lang="en" sz="1400">
                <a:solidFill>
                  <a:srgbClr val="F92672"/>
                </a:solidFill>
                <a:highlight>
                  <a:srgbClr val="272822"/>
                </a:highlight>
                <a:latin typeface="Courier New"/>
                <a:ea typeface="Courier New"/>
                <a:cs typeface="Courier New"/>
                <a:sym typeface="Courier New"/>
              </a:rPr>
              <a:t>br</a:t>
            </a:r>
            <a:r>
              <a:rPr lang="en" sz="1400">
                <a:solidFill>
                  <a:srgbClr val="F8F8F2"/>
                </a:solidFill>
                <a:highlight>
                  <a:srgbClr val="272822"/>
                </a:highlight>
                <a:latin typeface="Courier New"/>
                <a:ea typeface="Courier New"/>
                <a:cs typeface="Courier New"/>
                <a:sym typeface="Courier New"/>
              </a:rPr>
              <a:t>/&gt;</a:t>
            </a:r>
            <a:endParaRPr sz="14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400">
                <a:solidFill>
                  <a:srgbClr val="F8F8F2"/>
                </a:solidFill>
                <a:highlight>
                  <a:srgbClr val="272822"/>
                </a:highlight>
                <a:latin typeface="Courier New"/>
                <a:ea typeface="Courier New"/>
                <a:cs typeface="Courier New"/>
                <a:sym typeface="Courier New"/>
              </a:rPr>
              <a:t>   &lt;</a:t>
            </a:r>
            <a:r>
              <a:rPr lang="en" sz="1400">
                <a:solidFill>
                  <a:srgbClr val="F92672"/>
                </a:solidFill>
                <a:highlight>
                  <a:srgbClr val="272822"/>
                </a:highlight>
                <a:latin typeface="Courier New"/>
                <a:ea typeface="Courier New"/>
                <a:cs typeface="Courier New"/>
                <a:sym typeface="Courier New"/>
              </a:rPr>
              <a:t>blockquote</a:t>
            </a:r>
            <a:r>
              <a:rPr lang="en" sz="1400">
                <a:solidFill>
                  <a:srgbClr val="F8F8F2"/>
                </a:solidFill>
                <a:highlight>
                  <a:srgbClr val="272822"/>
                </a:highlight>
                <a:latin typeface="Courier New"/>
                <a:ea typeface="Courier New"/>
                <a:cs typeface="Courier New"/>
                <a:sym typeface="Courier New"/>
              </a:rPr>
              <a:t>&gt;To Be Or Not To Be&lt;/</a:t>
            </a:r>
            <a:r>
              <a:rPr lang="en" sz="1400">
                <a:solidFill>
                  <a:srgbClr val="F92672"/>
                </a:solidFill>
                <a:highlight>
                  <a:srgbClr val="272822"/>
                </a:highlight>
                <a:latin typeface="Courier New"/>
                <a:ea typeface="Courier New"/>
                <a:cs typeface="Courier New"/>
                <a:sym typeface="Courier New"/>
              </a:rPr>
              <a:t>blockquote</a:t>
            </a:r>
            <a:r>
              <a:rPr lang="en" sz="1400">
                <a:solidFill>
                  <a:srgbClr val="F8F8F2"/>
                </a:solidFill>
                <a:highlight>
                  <a:srgbClr val="272822"/>
                </a:highlight>
                <a:latin typeface="Courier New"/>
                <a:ea typeface="Courier New"/>
                <a:cs typeface="Courier New"/>
                <a:sym typeface="Courier New"/>
              </a:rPr>
              <a:t>&gt;</a:t>
            </a:r>
            <a:endParaRPr sz="14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400">
                <a:solidFill>
                  <a:srgbClr val="F8F8F2"/>
                </a:solidFill>
                <a:highlight>
                  <a:srgbClr val="272822"/>
                </a:highlight>
                <a:latin typeface="Courier New"/>
                <a:ea typeface="Courier New"/>
                <a:cs typeface="Courier New"/>
                <a:sym typeface="Courier New"/>
              </a:rPr>
              <a:t>&lt;/</a:t>
            </a:r>
            <a:r>
              <a:rPr lang="en" sz="1400">
                <a:solidFill>
                  <a:srgbClr val="F92672"/>
                </a:solidFill>
                <a:highlight>
                  <a:srgbClr val="272822"/>
                </a:highlight>
                <a:latin typeface="Courier New"/>
                <a:ea typeface="Courier New"/>
                <a:cs typeface="Courier New"/>
                <a:sym typeface="Courier New"/>
              </a:rPr>
              <a:t>p</a:t>
            </a:r>
            <a:r>
              <a:rPr lang="en" sz="1400">
                <a:solidFill>
                  <a:srgbClr val="F8F8F2"/>
                </a:solidFill>
                <a:highlight>
                  <a:srgbClr val="272822"/>
                </a:highlight>
                <a:latin typeface="Courier New"/>
                <a:ea typeface="Courier New"/>
                <a:cs typeface="Courier New"/>
                <a:sym typeface="Courier New"/>
              </a:rPr>
              <a:t>&gt;</a:t>
            </a:r>
            <a:endParaRPr sz="14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400">
                <a:solidFill>
                  <a:srgbClr val="F8F8F2"/>
                </a:solidFill>
                <a:highlight>
                  <a:srgbClr val="272822"/>
                </a:highlight>
                <a:latin typeface="Courier New"/>
                <a:ea typeface="Courier New"/>
                <a:cs typeface="Courier New"/>
                <a:sym typeface="Courier New"/>
              </a:rPr>
              <a:t>&lt;</a:t>
            </a:r>
            <a:r>
              <a:rPr lang="en" sz="1400">
                <a:solidFill>
                  <a:srgbClr val="F92672"/>
                </a:solidFill>
                <a:highlight>
                  <a:srgbClr val="272822"/>
                </a:highlight>
                <a:latin typeface="Courier New"/>
                <a:ea typeface="Courier New"/>
                <a:cs typeface="Courier New"/>
                <a:sym typeface="Courier New"/>
              </a:rPr>
              <a:t>details</a:t>
            </a:r>
            <a:r>
              <a:rPr lang="en" sz="1400">
                <a:solidFill>
                  <a:srgbClr val="F8F8F2"/>
                </a:solidFill>
                <a:highlight>
                  <a:srgbClr val="272822"/>
                </a:highlight>
                <a:latin typeface="Courier New"/>
                <a:ea typeface="Courier New"/>
                <a:cs typeface="Courier New"/>
                <a:sym typeface="Courier New"/>
              </a:rPr>
              <a:t>&gt;</a:t>
            </a:r>
            <a:endParaRPr sz="14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400">
                <a:solidFill>
                  <a:srgbClr val="F8F8F2"/>
                </a:solidFill>
                <a:highlight>
                  <a:srgbClr val="272822"/>
                </a:highlight>
                <a:latin typeface="Courier New"/>
                <a:ea typeface="Courier New"/>
                <a:cs typeface="Courier New"/>
                <a:sym typeface="Courier New"/>
              </a:rPr>
              <a:t>   &lt;</a:t>
            </a:r>
            <a:r>
              <a:rPr lang="en" sz="1400">
                <a:solidFill>
                  <a:srgbClr val="F92672"/>
                </a:solidFill>
                <a:highlight>
                  <a:srgbClr val="272822"/>
                </a:highlight>
                <a:latin typeface="Courier New"/>
                <a:ea typeface="Courier New"/>
                <a:cs typeface="Courier New"/>
                <a:sym typeface="Courier New"/>
              </a:rPr>
              <a:t>summary</a:t>
            </a:r>
            <a:r>
              <a:rPr lang="en" sz="1400">
                <a:solidFill>
                  <a:srgbClr val="F8F8F2"/>
                </a:solidFill>
                <a:highlight>
                  <a:srgbClr val="272822"/>
                </a:highlight>
                <a:latin typeface="Courier New"/>
                <a:ea typeface="Courier New"/>
                <a:cs typeface="Courier New"/>
                <a:sym typeface="Courier New"/>
              </a:rPr>
              <a:t>&gt;Click this to see what we learn in Web Programming&lt;/</a:t>
            </a:r>
            <a:r>
              <a:rPr lang="en" sz="1400">
                <a:solidFill>
                  <a:srgbClr val="F92672"/>
                </a:solidFill>
                <a:highlight>
                  <a:srgbClr val="272822"/>
                </a:highlight>
                <a:latin typeface="Courier New"/>
                <a:ea typeface="Courier New"/>
                <a:cs typeface="Courier New"/>
                <a:sym typeface="Courier New"/>
              </a:rPr>
              <a:t>summary</a:t>
            </a:r>
            <a:r>
              <a:rPr lang="en" sz="1400">
                <a:solidFill>
                  <a:srgbClr val="F8F8F2"/>
                </a:solidFill>
                <a:highlight>
                  <a:srgbClr val="272822"/>
                </a:highlight>
                <a:latin typeface="Courier New"/>
                <a:ea typeface="Courier New"/>
                <a:cs typeface="Courier New"/>
                <a:sym typeface="Courier New"/>
              </a:rPr>
              <a:t>&gt;</a:t>
            </a:r>
            <a:endParaRPr sz="14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400">
                <a:solidFill>
                  <a:srgbClr val="F8F8F2"/>
                </a:solidFill>
                <a:highlight>
                  <a:srgbClr val="272822"/>
                </a:highlight>
                <a:latin typeface="Courier New"/>
                <a:ea typeface="Courier New"/>
                <a:cs typeface="Courier New"/>
                <a:sym typeface="Courier New"/>
              </a:rPr>
              <a:t>   HTML&lt;</a:t>
            </a:r>
            <a:r>
              <a:rPr lang="en" sz="1400">
                <a:solidFill>
                  <a:srgbClr val="F92672"/>
                </a:solidFill>
                <a:highlight>
                  <a:srgbClr val="272822"/>
                </a:highlight>
                <a:latin typeface="Courier New"/>
                <a:ea typeface="Courier New"/>
                <a:cs typeface="Courier New"/>
                <a:sym typeface="Courier New"/>
              </a:rPr>
              <a:t>br</a:t>
            </a:r>
            <a:r>
              <a:rPr lang="en" sz="1400">
                <a:solidFill>
                  <a:srgbClr val="F8F8F2"/>
                </a:solidFill>
                <a:highlight>
                  <a:srgbClr val="272822"/>
                </a:highlight>
                <a:latin typeface="Courier New"/>
                <a:ea typeface="Courier New"/>
                <a:cs typeface="Courier New"/>
                <a:sym typeface="Courier New"/>
              </a:rPr>
              <a:t>/&gt;</a:t>
            </a:r>
            <a:endParaRPr sz="14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400">
                <a:solidFill>
                  <a:srgbClr val="F8F8F2"/>
                </a:solidFill>
                <a:highlight>
                  <a:srgbClr val="272822"/>
                </a:highlight>
                <a:latin typeface="Courier New"/>
                <a:ea typeface="Courier New"/>
                <a:cs typeface="Courier New"/>
                <a:sym typeface="Courier New"/>
              </a:rPr>
              <a:t>   CSS&lt;</a:t>
            </a:r>
            <a:r>
              <a:rPr lang="en" sz="1400">
                <a:solidFill>
                  <a:srgbClr val="F92672"/>
                </a:solidFill>
                <a:highlight>
                  <a:srgbClr val="272822"/>
                </a:highlight>
                <a:latin typeface="Courier New"/>
                <a:ea typeface="Courier New"/>
                <a:cs typeface="Courier New"/>
                <a:sym typeface="Courier New"/>
              </a:rPr>
              <a:t>br</a:t>
            </a:r>
            <a:r>
              <a:rPr lang="en" sz="1400">
                <a:solidFill>
                  <a:srgbClr val="F8F8F2"/>
                </a:solidFill>
                <a:highlight>
                  <a:srgbClr val="272822"/>
                </a:highlight>
                <a:latin typeface="Courier New"/>
                <a:ea typeface="Courier New"/>
                <a:cs typeface="Courier New"/>
                <a:sym typeface="Courier New"/>
              </a:rPr>
              <a:t>/&gt;</a:t>
            </a:r>
            <a:endParaRPr sz="14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400">
                <a:solidFill>
                  <a:srgbClr val="F8F8F2"/>
                </a:solidFill>
                <a:highlight>
                  <a:srgbClr val="272822"/>
                </a:highlight>
                <a:latin typeface="Courier New"/>
                <a:ea typeface="Courier New"/>
                <a:cs typeface="Courier New"/>
                <a:sym typeface="Courier New"/>
              </a:rPr>
              <a:t>   JavaScript&lt;</a:t>
            </a:r>
            <a:r>
              <a:rPr lang="en" sz="1400">
                <a:solidFill>
                  <a:srgbClr val="F92672"/>
                </a:solidFill>
                <a:highlight>
                  <a:srgbClr val="272822"/>
                </a:highlight>
                <a:latin typeface="Courier New"/>
                <a:ea typeface="Courier New"/>
                <a:cs typeface="Courier New"/>
                <a:sym typeface="Courier New"/>
              </a:rPr>
              <a:t>br</a:t>
            </a:r>
            <a:r>
              <a:rPr lang="en" sz="1400">
                <a:solidFill>
                  <a:srgbClr val="F8F8F2"/>
                </a:solidFill>
                <a:highlight>
                  <a:srgbClr val="272822"/>
                </a:highlight>
                <a:latin typeface="Courier New"/>
                <a:ea typeface="Courier New"/>
                <a:cs typeface="Courier New"/>
                <a:sym typeface="Courier New"/>
              </a:rPr>
              <a:t>/&gt;</a:t>
            </a:r>
            <a:endParaRPr sz="14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400">
                <a:solidFill>
                  <a:srgbClr val="F8F8F2"/>
                </a:solidFill>
                <a:highlight>
                  <a:srgbClr val="272822"/>
                </a:highlight>
                <a:latin typeface="Courier New"/>
                <a:ea typeface="Courier New"/>
                <a:cs typeface="Courier New"/>
                <a:sym typeface="Courier New"/>
              </a:rPr>
              <a:t>&lt;/</a:t>
            </a:r>
            <a:r>
              <a:rPr lang="en" sz="1400">
                <a:solidFill>
                  <a:srgbClr val="F92672"/>
                </a:solidFill>
                <a:highlight>
                  <a:srgbClr val="272822"/>
                </a:highlight>
                <a:latin typeface="Courier New"/>
                <a:ea typeface="Courier New"/>
                <a:cs typeface="Courier New"/>
                <a:sym typeface="Courier New"/>
              </a:rPr>
              <a:t>details</a:t>
            </a:r>
            <a:r>
              <a:rPr lang="en" sz="1400">
                <a:solidFill>
                  <a:srgbClr val="F8F8F2"/>
                </a:solidFill>
                <a:highlight>
                  <a:srgbClr val="272822"/>
                </a:highlight>
                <a:latin typeface="Courier New"/>
                <a:ea typeface="Courier New"/>
                <a:cs typeface="Courier New"/>
                <a:sym typeface="Courier New"/>
              </a:rPr>
              <a:t>&gt;</a:t>
            </a:r>
            <a:endParaRPr sz="2300"/>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pic>
        <p:nvPicPr>
          <p:cNvPr id="362" name="Google Shape;362;p48"/>
          <p:cNvPicPr preferRelativeResize="0"/>
          <p:nvPr/>
        </p:nvPicPr>
        <p:blipFill rotWithShape="1">
          <a:blip r:embed="rId3">
            <a:alphaModFix/>
          </a:blip>
          <a:srcRect b="71792" l="0" r="0" t="0"/>
          <a:stretch/>
        </p:blipFill>
        <p:spPr>
          <a:xfrm>
            <a:off x="152400" y="152400"/>
            <a:ext cx="3788449" cy="1364874"/>
          </a:xfrm>
          <a:prstGeom prst="rect">
            <a:avLst/>
          </a:prstGeom>
          <a:noFill/>
          <a:ln>
            <a:noFill/>
          </a:ln>
        </p:spPr>
      </p:pic>
      <p:pic>
        <p:nvPicPr>
          <p:cNvPr id="363" name="Google Shape;363;p48"/>
          <p:cNvPicPr preferRelativeResize="0"/>
          <p:nvPr/>
        </p:nvPicPr>
        <p:blipFill rotWithShape="1">
          <a:blip r:embed="rId4">
            <a:alphaModFix/>
          </a:blip>
          <a:srcRect b="66104" l="0" r="0" t="0"/>
          <a:stretch/>
        </p:blipFill>
        <p:spPr>
          <a:xfrm>
            <a:off x="4700700" y="152400"/>
            <a:ext cx="3461075" cy="1640151"/>
          </a:xfrm>
          <a:prstGeom prst="rect">
            <a:avLst/>
          </a:prstGeom>
          <a:noFill/>
          <a:ln>
            <a:noFill/>
          </a:ln>
        </p:spPr>
      </p:pic>
      <p:sp>
        <p:nvSpPr>
          <p:cNvPr id="364" name="Google Shape;364;p48"/>
          <p:cNvSpPr/>
          <p:nvPr/>
        </p:nvSpPr>
        <p:spPr>
          <a:xfrm>
            <a:off x="3773075" y="1356150"/>
            <a:ext cx="644400" cy="3222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Proxima Nova"/>
                <a:ea typeface="Proxima Nova"/>
                <a:cs typeface="Proxima Nova"/>
                <a:sym typeface="Proxima Nova"/>
              </a:rPr>
              <a:t>Click </a:t>
            </a:r>
            <a:endParaRPr b="0" i="0" sz="1400" u="none" cap="none" strike="noStrike">
              <a:solidFill>
                <a:srgbClr val="000000"/>
              </a:solidFill>
              <a:latin typeface="Proxima Nova"/>
              <a:ea typeface="Proxima Nova"/>
              <a:cs typeface="Proxima Nova"/>
              <a:sym typeface="Proxima Nova"/>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4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List in HTML</a:t>
            </a:r>
            <a:endParaRPr/>
          </a:p>
        </p:txBody>
      </p:sp>
      <p:sp>
        <p:nvSpPr>
          <p:cNvPr id="370" name="Google Shape;370;p4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0"/>
              </a:spcBef>
              <a:spcAft>
                <a:spcPts val="0"/>
              </a:spcAft>
              <a:buSzPts val="1800"/>
              <a:buNone/>
            </a:pPr>
            <a:r>
              <a:rPr lang="en"/>
              <a:t>Sometimes we need to create a list on our webpage. To do that we could use one of the following type:</a:t>
            </a:r>
            <a:endParaRPr/>
          </a:p>
          <a:p>
            <a:pPr indent="-342900" lvl="0" marL="457200" rtl="0" algn="just">
              <a:lnSpc>
                <a:spcPct val="115000"/>
              </a:lnSpc>
              <a:spcBef>
                <a:spcPts val="1200"/>
              </a:spcBef>
              <a:spcAft>
                <a:spcPts val="0"/>
              </a:spcAft>
              <a:buSzPts val="1800"/>
              <a:buAutoNum type="arabicPeriod"/>
            </a:pPr>
            <a:r>
              <a:rPr lang="en"/>
              <a:t>Unordered list</a:t>
            </a:r>
            <a:endParaRPr/>
          </a:p>
          <a:p>
            <a:pPr indent="-342900" lvl="0" marL="457200" rtl="0" algn="just">
              <a:lnSpc>
                <a:spcPct val="115000"/>
              </a:lnSpc>
              <a:spcBef>
                <a:spcPts val="0"/>
              </a:spcBef>
              <a:spcAft>
                <a:spcPts val="0"/>
              </a:spcAft>
              <a:buSzPts val="1800"/>
              <a:buAutoNum type="arabicPeriod"/>
            </a:pPr>
            <a:r>
              <a:rPr lang="en"/>
              <a:t>Ordered list</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5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List (Ordered and Unordered)</a:t>
            </a:r>
            <a:endParaRPr/>
          </a:p>
        </p:txBody>
      </p:sp>
      <p:sp>
        <p:nvSpPr>
          <p:cNvPr id="376" name="Google Shape;376;p5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0"/>
              </a:spcBef>
              <a:spcAft>
                <a:spcPts val="1200"/>
              </a:spcAft>
              <a:buSzPts val="1800"/>
              <a:buNone/>
            </a:pPr>
            <a:r>
              <a:rPr lang="en"/>
              <a:t>To make a list, we could use </a:t>
            </a:r>
            <a:r>
              <a:rPr lang="en">
                <a:latin typeface="Source Code Pro"/>
                <a:ea typeface="Source Code Pro"/>
                <a:cs typeface="Source Code Pro"/>
                <a:sym typeface="Source Code Pro"/>
              </a:rPr>
              <a:t>&lt;ul&gt;</a:t>
            </a:r>
            <a:r>
              <a:rPr lang="en"/>
              <a:t> or </a:t>
            </a:r>
            <a:r>
              <a:rPr lang="en">
                <a:latin typeface="Source Code Pro"/>
                <a:ea typeface="Source Code Pro"/>
                <a:cs typeface="Source Code Pro"/>
                <a:sym typeface="Source Code Pro"/>
              </a:rPr>
              <a:t>&lt;ol&gt;</a:t>
            </a:r>
            <a:r>
              <a:rPr lang="en"/>
              <a:t> tag followed by </a:t>
            </a:r>
            <a:r>
              <a:rPr lang="en">
                <a:latin typeface="Source Code Pro"/>
                <a:ea typeface="Source Code Pro"/>
                <a:cs typeface="Source Code Pro"/>
                <a:sym typeface="Source Code Pro"/>
              </a:rPr>
              <a:t>&lt;li&gt;</a:t>
            </a:r>
            <a:r>
              <a:rPr lang="en"/>
              <a:t> inside. Use </a:t>
            </a:r>
            <a:r>
              <a:rPr lang="en">
                <a:latin typeface="Source Code Pro"/>
                <a:ea typeface="Source Code Pro"/>
                <a:cs typeface="Source Code Pro"/>
                <a:sym typeface="Source Code Pro"/>
              </a:rPr>
              <a:t>&lt;ol&gt;</a:t>
            </a:r>
            <a:r>
              <a:rPr lang="en"/>
              <a:t> to make ordered list, and </a:t>
            </a:r>
            <a:r>
              <a:rPr lang="en">
                <a:latin typeface="Source Code Pro"/>
                <a:ea typeface="Source Code Pro"/>
                <a:cs typeface="Source Code Pro"/>
                <a:sym typeface="Source Code Pro"/>
              </a:rPr>
              <a:t>&lt;ul&gt;</a:t>
            </a:r>
            <a:r>
              <a:rPr lang="en"/>
              <a:t> to make the unordered one.</a:t>
            </a:r>
            <a:endParaRPr/>
          </a:p>
        </p:txBody>
      </p:sp>
      <p:sp>
        <p:nvSpPr>
          <p:cNvPr id="377" name="Google Shape;377;p50"/>
          <p:cNvSpPr txBox="1"/>
          <p:nvPr/>
        </p:nvSpPr>
        <p:spPr>
          <a:xfrm>
            <a:off x="444500" y="2000250"/>
            <a:ext cx="3547800" cy="2524200"/>
          </a:xfrm>
          <a:prstGeom prst="rect">
            <a:avLst/>
          </a:prstGeom>
          <a:solidFill>
            <a:schemeClr val="dk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900"/>
              <a:buFont typeface="Arial"/>
              <a:buNone/>
            </a:pPr>
            <a:r>
              <a:rPr b="0" i="0" lang="en" sz="1900" u="none" cap="none" strike="noStrike">
                <a:solidFill>
                  <a:srgbClr val="F8F8F2"/>
                </a:solidFill>
                <a:highlight>
                  <a:srgbClr val="272822"/>
                </a:highlight>
                <a:latin typeface="Courier New"/>
                <a:ea typeface="Courier New"/>
                <a:cs typeface="Courier New"/>
                <a:sym typeface="Courier New"/>
              </a:rPr>
              <a:t>To Buy later</a:t>
            </a:r>
            <a:endParaRPr b="0" i="0" sz="1900" u="none" cap="none" strike="noStrike">
              <a:solidFill>
                <a:srgbClr val="F8F8F2"/>
              </a:solidFill>
              <a:highlight>
                <a:srgbClr val="272822"/>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900"/>
              <a:buFont typeface="Arial"/>
              <a:buNone/>
            </a:pPr>
            <a:r>
              <a:rPr b="0" i="0" lang="en" sz="1900" u="none" cap="none" strike="noStrike">
                <a:solidFill>
                  <a:srgbClr val="F8F8F2"/>
                </a:solidFill>
                <a:highlight>
                  <a:srgbClr val="272822"/>
                </a:highlight>
                <a:latin typeface="Courier New"/>
                <a:ea typeface="Courier New"/>
                <a:cs typeface="Courier New"/>
                <a:sym typeface="Courier New"/>
              </a:rPr>
              <a:t>&lt;</a:t>
            </a:r>
            <a:r>
              <a:rPr b="0" i="0" lang="en" sz="1900" u="none" cap="none" strike="noStrike">
                <a:solidFill>
                  <a:srgbClr val="F92672"/>
                </a:solidFill>
                <a:highlight>
                  <a:srgbClr val="272822"/>
                </a:highlight>
                <a:latin typeface="Courier New"/>
                <a:ea typeface="Courier New"/>
                <a:cs typeface="Courier New"/>
                <a:sym typeface="Courier New"/>
              </a:rPr>
              <a:t>ul</a:t>
            </a:r>
            <a:r>
              <a:rPr b="0" i="0" lang="en" sz="1900" u="none" cap="none" strike="noStrike">
                <a:solidFill>
                  <a:srgbClr val="F8F8F2"/>
                </a:solidFill>
                <a:highlight>
                  <a:srgbClr val="272822"/>
                </a:highlight>
                <a:latin typeface="Courier New"/>
                <a:ea typeface="Courier New"/>
                <a:cs typeface="Courier New"/>
                <a:sym typeface="Courier New"/>
              </a:rPr>
              <a:t>&gt;</a:t>
            </a:r>
            <a:endParaRPr b="0" i="0" sz="1900" u="none" cap="none" strike="noStrike">
              <a:solidFill>
                <a:srgbClr val="F8F8F2"/>
              </a:solidFill>
              <a:highlight>
                <a:srgbClr val="272822"/>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900"/>
              <a:buFont typeface="Arial"/>
              <a:buNone/>
            </a:pPr>
            <a:r>
              <a:rPr b="0" i="0" lang="en" sz="1900" u="none" cap="none" strike="noStrike">
                <a:solidFill>
                  <a:srgbClr val="F8F8F2"/>
                </a:solidFill>
                <a:highlight>
                  <a:srgbClr val="272822"/>
                </a:highlight>
                <a:latin typeface="Courier New"/>
                <a:ea typeface="Courier New"/>
                <a:cs typeface="Courier New"/>
                <a:sym typeface="Courier New"/>
              </a:rPr>
              <a:t>   &lt;</a:t>
            </a:r>
            <a:r>
              <a:rPr b="0" i="0" lang="en" sz="1900" u="none" cap="none" strike="noStrike">
                <a:solidFill>
                  <a:srgbClr val="F92672"/>
                </a:solidFill>
                <a:highlight>
                  <a:srgbClr val="272822"/>
                </a:highlight>
                <a:latin typeface="Courier New"/>
                <a:ea typeface="Courier New"/>
                <a:cs typeface="Courier New"/>
                <a:sym typeface="Courier New"/>
              </a:rPr>
              <a:t>li</a:t>
            </a:r>
            <a:r>
              <a:rPr b="0" i="0" lang="en" sz="1900" u="none" cap="none" strike="noStrike">
                <a:solidFill>
                  <a:srgbClr val="F8F8F2"/>
                </a:solidFill>
                <a:highlight>
                  <a:srgbClr val="272822"/>
                </a:highlight>
                <a:latin typeface="Courier New"/>
                <a:ea typeface="Courier New"/>
                <a:cs typeface="Courier New"/>
                <a:sym typeface="Courier New"/>
              </a:rPr>
              <a:t>&gt;Bread&lt;/</a:t>
            </a:r>
            <a:r>
              <a:rPr b="0" i="0" lang="en" sz="1900" u="none" cap="none" strike="noStrike">
                <a:solidFill>
                  <a:srgbClr val="F92672"/>
                </a:solidFill>
                <a:highlight>
                  <a:srgbClr val="272822"/>
                </a:highlight>
                <a:latin typeface="Courier New"/>
                <a:ea typeface="Courier New"/>
                <a:cs typeface="Courier New"/>
                <a:sym typeface="Courier New"/>
              </a:rPr>
              <a:t>li</a:t>
            </a:r>
            <a:r>
              <a:rPr b="0" i="0" lang="en" sz="1900" u="none" cap="none" strike="noStrike">
                <a:solidFill>
                  <a:srgbClr val="F8F8F2"/>
                </a:solidFill>
                <a:highlight>
                  <a:srgbClr val="272822"/>
                </a:highlight>
                <a:latin typeface="Courier New"/>
                <a:ea typeface="Courier New"/>
                <a:cs typeface="Courier New"/>
                <a:sym typeface="Courier New"/>
              </a:rPr>
              <a:t>&gt;</a:t>
            </a:r>
            <a:endParaRPr b="0" i="0" sz="1900" u="none" cap="none" strike="noStrike">
              <a:solidFill>
                <a:srgbClr val="F8F8F2"/>
              </a:solidFill>
              <a:highlight>
                <a:srgbClr val="272822"/>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900"/>
              <a:buFont typeface="Arial"/>
              <a:buNone/>
            </a:pPr>
            <a:r>
              <a:rPr b="0" i="0" lang="en" sz="1900" u="none" cap="none" strike="noStrike">
                <a:solidFill>
                  <a:srgbClr val="F8F8F2"/>
                </a:solidFill>
                <a:highlight>
                  <a:srgbClr val="272822"/>
                </a:highlight>
                <a:latin typeface="Courier New"/>
                <a:ea typeface="Courier New"/>
                <a:cs typeface="Courier New"/>
                <a:sym typeface="Courier New"/>
              </a:rPr>
              <a:t>   &lt;</a:t>
            </a:r>
            <a:r>
              <a:rPr b="0" i="0" lang="en" sz="1900" u="none" cap="none" strike="noStrike">
                <a:solidFill>
                  <a:srgbClr val="F92672"/>
                </a:solidFill>
                <a:highlight>
                  <a:srgbClr val="272822"/>
                </a:highlight>
                <a:latin typeface="Courier New"/>
                <a:ea typeface="Courier New"/>
                <a:cs typeface="Courier New"/>
                <a:sym typeface="Courier New"/>
              </a:rPr>
              <a:t>li</a:t>
            </a:r>
            <a:r>
              <a:rPr b="0" i="0" lang="en" sz="1900" u="none" cap="none" strike="noStrike">
                <a:solidFill>
                  <a:srgbClr val="F8F8F2"/>
                </a:solidFill>
                <a:highlight>
                  <a:srgbClr val="272822"/>
                </a:highlight>
                <a:latin typeface="Courier New"/>
                <a:ea typeface="Courier New"/>
                <a:cs typeface="Courier New"/>
                <a:sym typeface="Courier New"/>
              </a:rPr>
              <a:t>&gt;Milk&lt;/</a:t>
            </a:r>
            <a:r>
              <a:rPr b="0" i="0" lang="en" sz="1900" u="none" cap="none" strike="noStrike">
                <a:solidFill>
                  <a:srgbClr val="F92672"/>
                </a:solidFill>
                <a:highlight>
                  <a:srgbClr val="272822"/>
                </a:highlight>
                <a:latin typeface="Courier New"/>
                <a:ea typeface="Courier New"/>
                <a:cs typeface="Courier New"/>
                <a:sym typeface="Courier New"/>
              </a:rPr>
              <a:t>li</a:t>
            </a:r>
            <a:r>
              <a:rPr b="0" i="0" lang="en" sz="1900" u="none" cap="none" strike="noStrike">
                <a:solidFill>
                  <a:srgbClr val="F8F8F2"/>
                </a:solidFill>
                <a:highlight>
                  <a:srgbClr val="272822"/>
                </a:highlight>
                <a:latin typeface="Courier New"/>
                <a:ea typeface="Courier New"/>
                <a:cs typeface="Courier New"/>
                <a:sym typeface="Courier New"/>
              </a:rPr>
              <a:t>&gt;</a:t>
            </a:r>
            <a:endParaRPr b="0" i="0" sz="1900" u="none" cap="none" strike="noStrike">
              <a:solidFill>
                <a:srgbClr val="F8F8F2"/>
              </a:solidFill>
              <a:highlight>
                <a:srgbClr val="272822"/>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900"/>
              <a:buFont typeface="Arial"/>
              <a:buNone/>
            </a:pPr>
            <a:r>
              <a:rPr b="0" i="0" lang="en" sz="1900" u="none" cap="none" strike="noStrike">
                <a:solidFill>
                  <a:srgbClr val="F8F8F2"/>
                </a:solidFill>
                <a:highlight>
                  <a:srgbClr val="272822"/>
                </a:highlight>
                <a:latin typeface="Courier New"/>
                <a:ea typeface="Courier New"/>
                <a:cs typeface="Courier New"/>
                <a:sym typeface="Courier New"/>
              </a:rPr>
              <a:t>   &lt;</a:t>
            </a:r>
            <a:r>
              <a:rPr b="0" i="0" lang="en" sz="1900" u="none" cap="none" strike="noStrike">
                <a:solidFill>
                  <a:srgbClr val="F92672"/>
                </a:solidFill>
                <a:highlight>
                  <a:srgbClr val="272822"/>
                </a:highlight>
                <a:latin typeface="Courier New"/>
                <a:ea typeface="Courier New"/>
                <a:cs typeface="Courier New"/>
                <a:sym typeface="Courier New"/>
              </a:rPr>
              <a:t>li</a:t>
            </a:r>
            <a:r>
              <a:rPr b="0" i="0" lang="en" sz="1900" u="none" cap="none" strike="noStrike">
                <a:solidFill>
                  <a:srgbClr val="F8F8F2"/>
                </a:solidFill>
                <a:highlight>
                  <a:srgbClr val="272822"/>
                </a:highlight>
                <a:latin typeface="Courier New"/>
                <a:ea typeface="Courier New"/>
                <a:cs typeface="Courier New"/>
                <a:sym typeface="Courier New"/>
              </a:rPr>
              <a:t>&gt;Ham&lt;/</a:t>
            </a:r>
            <a:r>
              <a:rPr b="0" i="0" lang="en" sz="1900" u="none" cap="none" strike="noStrike">
                <a:solidFill>
                  <a:srgbClr val="F92672"/>
                </a:solidFill>
                <a:highlight>
                  <a:srgbClr val="272822"/>
                </a:highlight>
                <a:latin typeface="Courier New"/>
                <a:ea typeface="Courier New"/>
                <a:cs typeface="Courier New"/>
                <a:sym typeface="Courier New"/>
              </a:rPr>
              <a:t>li</a:t>
            </a:r>
            <a:r>
              <a:rPr b="0" i="0" lang="en" sz="1900" u="none" cap="none" strike="noStrike">
                <a:solidFill>
                  <a:srgbClr val="F8F8F2"/>
                </a:solidFill>
                <a:highlight>
                  <a:srgbClr val="272822"/>
                </a:highlight>
                <a:latin typeface="Courier New"/>
                <a:ea typeface="Courier New"/>
                <a:cs typeface="Courier New"/>
                <a:sym typeface="Courier New"/>
              </a:rPr>
              <a:t>&gt;</a:t>
            </a:r>
            <a:endParaRPr b="0" i="0" sz="1900" u="none" cap="none" strike="noStrike">
              <a:solidFill>
                <a:srgbClr val="F8F8F2"/>
              </a:solidFill>
              <a:highlight>
                <a:srgbClr val="272822"/>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900"/>
              <a:buFont typeface="Arial"/>
              <a:buNone/>
            </a:pPr>
            <a:r>
              <a:rPr b="0" i="0" lang="en" sz="1900" u="none" cap="none" strike="noStrike">
                <a:solidFill>
                  <a:srgbClr val="F8F8F2"/>
                </a:solidFill>
                <a:highlight>
                  <a:srgbClr val="272822"/>
                </a:highlight>
                <a:latin typeface="Courier New"/>
                <a:ea typeface="Courier New"/>
                <a:cs typeface="Courier New"/>
                <a:sym typeface="Courier New"/>
              </a:rPr>
              <a:t>   &lt;</a:t>
            </a:r>
            <a:r>
              <a:rPr b="0" i="0" lang="en" sz="1900" u="none" cap="none" strike="noStrike">
                <a:solidFill>
                  <a:srgbClr val="F92672"/>
                </a:solidFill>
                <a:highlight>
                  <a:srgbClr val="272822"/>
                </a:highlight>
                <a:latin typeface="Courier New"/>
                <a:ea typeface="Courier New"/>
                <a:cs typeface="Courier New"/>
                <a:sym typeface="Courier New"/>
              </a:rPr>
              <a:t>li</a:t>
            </a:r>
            <a:r>
              <a:rPr b="0" i="0" lang="en" sz="1900" u="none" cap="none" strike="noStrike">
                <a:solidFill>
                  <a:srgbClr val="F8F8F2"/>
                </a:solidFill>
                <a:highlight>
                  <a:srgbClr val="272822"/>
                </a:highlight>
                <a:latin typeface="Courier New"/>
                <a:ea typeface="Courier New"/>
                <a:cs typeface="Courier New"/>
                <a:sym typeface="Courier New"/>
              </a:rPr>
              <a:t>&gt;Broccoli&lt;/</a:t>
            </a:r>
            <a:r>
              <a:rPr b="0" i="0" lang="en" sz="1900" u="none" cap="none" strike="noStrike">
                <a:solidFill>
                  <a:srgbClr val="F92672"/>
                </a:solidFill>
                <a:highlight>
                  <a:srgbClr val="272822"/>
                </a:highlight>
                <a:latin typeface="Courier New"/>
                <a:ea typeface="Courier New"/>
                <a:cs typeface="Courier New"/>
                <a:sym typeface="Courier New"/>
              </a:rPr>
              <a:t>li</a:t>
            </a:r>
            <a:r>
              <a:rPr b="0" i="0" lang="en" sz="1900" u="none" cap="none" strike="noStrike">
                <a:solidFill>
                  <a:srgbClr val="F8F8F2"/>
                </a:solidFill>
                <a:highlight>
                  <a:srgbClr val="272822"/>
                </a:highlight>
                <a:latin typeface="Courier New"/>
                <a:ea typeface="Courier New"/>
                <a:cs typeface="Courier New"/>
                <a:sym typeface="Courier New"/>
              </a:rPr>
              <a:t>&gt;</a:t>
            </a:r>
            <a:endParaRPr b="0" i="0" sz="1900" u="none" cap="none" strike="noStrike">
              <a:solidFill>
                <a:srgbClr val="F8F8F2"/>
              </a:solidFill>
              <a:highlight>
                <a:srgbClr val="272822"/>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900"/>
              <a:buFont typeface="Arial"/>
              <a:buNone/>
            </a:pPr>
            <a:r>
              <a:rPr b="0" i="0" lang="en" sz="1900" u="none" cap="none" strike="noStrike">
                <a:solidFill>
                  <a:srgbClr val="F8F8F2"/>
                </a:solidFill>
                <a:highlight>
                  <a:srgbClr val="272822"/>
                </a:highlight>
                <a:latin typeface="Courier New"/>
                <a:ea typeface="Courier New"/>
                <a:cs typeface="Courier New"/>
                <a:sym typeface="Courier New"/>
              </a:rPr>
              <a:t>   &lt;</a:t>
            </a:r>
            <a:r>
              <a:rPr b="0" i="0" lang="en" sz="1900" u="none" cap="none" strike="noStrike">
                <a:solidFill>
                  <a:srgbClr val="F92672"/>
                </a:solidFill>
                <a:highlight>
                  <a:srgbClr val="272822"/>
                </a:highlight>
                <a:latin typeface="Courier New"/>
                <a:ea typeface="Courier New"/>
                <a:cs typeface="Courier New"/>
                <a:sym typeface="Courier New"/>
              </a:rPr>
              <a:t>li</a:t>
            </a:r>
            <a:r>
              <a:rPr b="0" i="0" lang="en" sz="1900" u="none" cap="none" strike="noStrike">
                <a:solidFill>
                  <a:srgbClr val="F8F8F2"/>
                </a:solidFill>
                <a:highlight>
                  <a:srgbClr val="272822"/>
                </a:highlight>
                <a:latin typeface="Courier New"/>
                <a:ea typeface="Courier New"/>
                <a:cs typeface="Courier New"/>
                <a:sym typeface="Courier New"/>
              </a:rPr>
              <a:t>&gt;Tofu&lt;/</a:t>
            </a:r>
            <a:r>
              <a:rPr b="0" i="0" lang="en" sz="1900" u="none" cap="none" strike="noStrike">
                <a:solidFill>
                  <a:srgbClr val="F92672"/>
                </a:solidFill>
                <a:highlight>
                  <a:srgbClr val="272822"/>
                </a:highlight>
                <a:latin typeface="Courier New"/>
                <a:ea typeface="Courier New"/>
                <a:cs typeface="Courier New"/>
                <a:sym typeface="Courier New"/>
              </a:rPr>
              <a:t>li</a:t>
            </a:r>
            <a:r>
              <a:rPr b="0" i="0" lang="en" sz="1900" u="none" cap="none" strike="noStrike">
                <a:solidFill>
                  <a:srgbClr val="F8F8F2"/>
                </a:solidFill>
                <a:highlight>
                  <a:srgbClr val="272822"/>
                </a:highlight>
                <a:latin typeface="Courier New"/>
                <a:ea typeface="Courier New"/>
                <a:cs typeface="Courier New"/>
                <a:sym typeface="Courier New"/>
              </a:rPr>
              <a:t>&gt;</a:t>
            </a:r>
            <a:endParaRPr b="0" i="0" sz="1900" u="none" cap="none" strike="noStrike">
              <a:solidFill>
                <a:srgbClr val="F8F8F2"/>
              </a:solidFill>
              <a:highlight>
                <a:srgbClr val="272822"/>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900"/>
              <a:buFont typeface="Arial"/>
              <a:buNone/>
            </a:pPr>
            <a:r>
              <a:rPr b="0" i="0" lang="en" sz="1900" u="none" cap="none" strike="noStrike">
                <a:solidFill>
                  <a:srgbClr val="F8F8F2"/>
                </a:solidFill>
                <a:highlight>
                  <a:srgbClr val="272822"/>
                </a:highlight>
                <a:latin typeface="Courier New"/>
                <a:ea typeface="Courier New"/>
                <a:cs typeface="Courier New"/>
                <a:sym typeface="Courier New"/>
              </a:rPr>
              <a:t>&lt;/</a:t>
            </a:r>
            <a:r>
              <a:rPr b="0" i="0" lang="en" sz="1900" u="none" cap="none" strike="noStrike">
                <a:solidFill>
                  <a:srgbClr val="F92672"/>
                </a:solidFill>
                <a:highlight>
                  <a:srgbClr val="272822"/>
                </a:highlight>
                <a:latin typeface="Courier New"/>
                <a:ea typeface="Courier New"/>
                <a:cs typeface="Courier New"/>
                <a:sym typeface="Courier New"/>
              </a:rPr>
              <a:t>ul</a:t>
            </a:r>
            <a:r>
              <a:rPr b="0" i="0" lang="en" sz="1900" u="none" cap="none" strike="noStrike">
                <a:solidFill>
                  <a:srgbClr val="F8F8F2"/>
                </a:solidFill>
                <a:highlight>
                  <a:srgbClr val="272822"/>
                </a:highlight>
                <a:latin typeface="Courier New"/>
                <a:ea typeface="Courier New"/>
                <a:cs typeface="Courier New"/>
                <a:sym typeface="Courier New"/>
              </a:rPr>
              <a:t>&gt;</a:t>
            </a:r>
            <a:endParaRPr b="0" i="0" sz="2400" u="none" cap="none" strike="noStrike">
              <a:solidFill>
                <a:srgbClr val="000000"/>
              </a:solidFill>
              <a:latin typeface="Proxima Nova"/>
              <a:ea typeface="Proxima Nova"/>
              <a:cs typeface="Proxima Nova"/>
              <a:sym typeface="Proxima Nova"/>
            </a:endParaRPr>
          </a:p>
        </p:txBody>
      </p:sp>
      <p:pic>
        <p:nvPicPr>
          <p:cNvPr id="378" name="Google Shape;378;p50"/>
          <p:cNvPicPr preferRelativeResize="0"/>
          <p:nvPr/>
        </p:nvPicPr>
        <p:blipFill rotWithShape="1">
          <a:blip r:embed="rId3">
            <a:alphaModFix/>
          </a:blip>
          <a:srcRect b="0" l="0" r="0" t="0"/>
          <a:stretch/>
        </p:blipFill>
        <p:spPr>
          <a:xfrm>
            <a:off x="4133850" y="2000250"/>
            <a:ext cx="2105825" cy="2092325"/>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5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List (Ordered and Unordered)</a:t>
            </a:r>
            <a:endParaRPr/>
          </a:p>
        </p:txBody>
      </p:sp>
      <p:sp>
        <p:nvSpPr>
          <p:cNvPr id="384" name="Google Shape;384;p51"/>
          <p:cNvSpPr txBox="1"/>
          <p:nvPr/>
        </p:nvSpPr>
        <p:spPr>
          <a:xfrm>
            <a:off x="539750" y="1301750"/>
            <a:ext cx="3657600" cy="2524200"/>
          </a:xfrm>
          <a:prstGeom prst="rect">
            <a:avLst/>
          </a:prstGeom>
          <a:solidFill>
            <a:schemeClr val="dk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900"/>
              <a:buFont typeface="Arial"/>
              <a:buNone/>
            </a:pPr>
            <a:r>
              <a:rPr b="0" i="0" lang="en" sz="1900" u="none" cap="none" strike="noStrike">
                <a:solidFill>
                  <a:srgbClr val="F8F8F2"/>
                </a:solidFill>
                <a:highlight>
                  <a:srgbClr val="272822"/>
                </a:highlight>
                <a:latin typeface="Courier New"/>
                <a:ea typeface="Courier New"/>
                <a:cs typeface="Courier New"/>
                <a:sym typeface="Courier New"/>
              </a:rPr>
              <a:t>To Buy later</a:t>
            </a:r>
            <a:endParaRPr b="0" i="0" sz="1900" u="none" cap="none" strike="noStrike">
              <a:solidFill>
                <a:srgbClr val="F8F8F2"/>
              </a:solidFill>
              <a:highlight>
                <a:srgbClr val="272822"/>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900"/>
              <a:buFont typeface="Arial"/>
              <a:buNone/>
            </a:pPr>
            <a:r>
              <a:rPr b="0" i="0" lang="en" sz="1900" u="none" cap="none" strike="noStrike">
                <a:solidFill>
                  <a:srgbClr val="F8F8F2"/>
                </a:solidFill>
                <a:highlight>
                  <a:srgbClr val="272822"/>
                </a:highlight>
                <a:latin typeface="Courier New"/>
                <a:ea typeface="Courier New"/>
                <a:cs typeface="Courier New"/>
                <a:sym typeface="Courier New"/>
              </a:rPr>
              <a:t>&lt;</a:t>
            </a:r>
            <a:r>
              <a:rPr b="0" i="0" lang="en" sz="1900" u="none" cap="none" strike="noStrike">
                <a:solidFill>
                  <a:srgbClr val="F92672"/>
                </a:solidFill>
                <a:highlight>
                  <a:srgbClr val="272822"/>
                </a:highlight>
                <a:latin typeface="Courier New"/>
                <a:ea typeface="Courier New"/>
                <a:cs typeface="Courier New"/>
                <a:sym typeface="Courier New"/>
              </a:rPr>
              <a:t>ol</a:t>
            </a:r>
            <a:r>
              <a:rPr b="0" i="0" lang="en" sz="1900" u="none" cap="none" strike="noStrike">
                <a:solidFill>
                  <a:srgbClr val="F8F8F2"/>
                </a:solidFill>
                <a:highlight>
                  <a:srgbClr val="272822"/>
                </a:highlight>
                <a:latin typeface="Courier New"/>
                <a:ea typeface="Courier New"/>
                <a:cs typeface="Courier New"/>
                <a:sym typeface="Courier New"/>
              </a:rPr>
              <a:t>&gt;</a:t>
            </a:r>
            <a:endParaRPr b="0" i="0" sz="1900" u="none" cap="none" strike="noStrike">
              <a:solidFill>
                <a:srgbClr val="F8F8F2"/>
              </a:solidFill>
              <a:highlight>
                <a:srgbClr val="272822"/>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900"/>
              <a:buFont typeface="Arial"/>
              <a:buNone/>
            </a:pPr>
            <a:r>
              <a:rPr b="0" i="0" lang="en" sz="1900" u="none" cap="none" strike="noStrike">
                <a:solidFill>
                  <a:srgbClr val="F8F8F2"/>
                </a:solidFill>
                <a:highlight>
                  <a:srgbClr val="272822"/>
                </a:highlight>
                <a:latin typeface="Courier New"/>
                <a:ea typeface="Courier New"/>
                <a:cs typeface="Courier New"/>
                <a:sym typeface="Courier New"/>
              </a:rPr>
              <a:t>   &lt;</a:t>
            </a:r>
            <a:r>
              <a:rPr b="0" i="0" lang="en" sz="1900" u="none" cap="none" strike="noStrike">
                <a:solidFill>
                  <a:srgbClr val="F92672"/>
                </a:solidFill>
                <a:highlight>
                  <a:srgbClr val="272822"/>
                </a:highlight>
                <a:latin typeface="Courier New"/>
                <a:ea typeface="Courier New"/>
                <a:cs typeface="Courier New"/>
                <a:sym typeface="Courier New"/>
              </a:rPr>
              <a:t>li</a:t>
            </a:r>
            <a:r>
              <a:rPr b="0" i="0" lang="en" sz="1900" u="none" cap="none" strike="noStrike">
                <a:solidFill>
                  <a:srgbClr val="F8F8F2"/>
                </a:solidFill>
                <a:highlight>
                  <a:srgbClr val="272822"/>
                </a:highlight>
                <a:latin typeface="Courier New"/>
                <a:ea typeface="Courier New"/>
                <a:cs typeface="Courier New"/>
                <a:sym typeface="Courier New"/>
              </a:rPr>
              <a:t>&gt;Bread&lt;/</a:t>
            </a:r>
            <a:r>
              <a:rPr b="0" i="0" lang="en" sz="1900" u="none" cap="none" strike="noStrike">
                <a:solidFill>
                  <a:srgbClr val="F92672"/>
                </a:solidFill>
                <a:highlight>
                  <a:srgbClr val="272822"/>
                </a:highlight>
                <a:latin typeface="Courier New"/>
                <a:ea typeface="Courier New"/>
                <a:cs typeface="Courier New"/>
                <a:sym typeface="Courier New"/>
              </a:rPr>
              <a:t>li</a:t>
            </a:r>
            <a:r>
              <a:rPr b="0" i="0" lang="en" sz="1900" u="none" cap="none" strike="noStrike">
                <a:solidFill>
                  <a:srgbClr val="F8F8F2"/>
                </a:solidFill>
                <a:highlight>
                  <a:srgbClr val="272822"/>
                </a:highlight>
                <a:latin typeface="Courier New"/>
                <a:ea typeface="Courier New"/>
                <a:cs typeface="Courier New"/>
                <a:sym typeface="Courier New"/>
              </a:rPr>
              <a:t>&gt;</a:t>
            </a:r>
            <a:endParaRPr b="0" i="0" sz="1900" u="none" cap="none" strike="noStrike">
              <a:solidFill>
                <a:srgbClr val="F8F8F2"/>
              </a:solidFill>
              <a:highlight>
                <a:srgbClr val="272822"/>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900"/>
              <a:buFont typeface="Arial"/>
              <a:buNone/>
            </a:pPr>
            <a:r>
              <a:rPr b="0" i="0" lang="en" sz="1900" u="none" cap="none" strike="noStrike">
                <a:solidFill>
                  <a:srgbClr val="F8F8F2"/>
                </a:solidFill>
                <a:highlight>
                  <a:srgbClr val="272822"/>
                </a:highlight>
                <a:latin typeface="Courier New"/>
                <a:ea typeface="Courier New"/>
                <a:cs typeface="Courier New"/>
                <a:sym typeface="Courier New"/>
              </a:rPr>
              <a:t>   &lt;</a:t>
            </a:r>
            <a:r>
              <a:rPr b="0" i="0" lang="en" sz="1900" u="none" cap="none" strike="noStrike">
                <a:solidFill>
                  <a:srgbClr val="F92672"/>
                </a:solidFill>
                <a:highlight>
                  <a:srgbClr val="272822"/>
                </a:highlight>
                <a:latin typeface="Courier New"/>
                <a:ea typeface="Courier New"/>
                <a:cs typeface="Courier New"/>
                <a:sym typeface="Courier New"/>
              </a:rPr>
              <a:t>li</a:t>
            </a:r>
            <a:r>
              <a:rPr b="0" i="0" lang="en" sz="1900" u="none" cap="none" strike="noStrike">
                <a:solidFill>
                  <a:srgbClr val="F8F8F2"/>
                </a:solidFill>
                <a:highlight>
                  <a:srgbClr val="272822"/>
                </a:highlight>
                <a:latin typeface="Courier New"/>
                <a:ea typeface="Courier New"/>
                <a:cs typeface="Courier New"/>
                <a:sym typeface="Courier New"/>
              </a:rPr>
              <a:t>&gt;Milk&lt;/</a:t>
            </a:r>
            <a:r>
              <a:rPr b="0" i="0" lang="en" sz="1900" u="none" cap="none" strike="noStrike">
                <a:solidFill>
                  <a:srgbClr val="F92672"/>
                </a:solidFill>
                <a:highlight>
                  <a:srgbClr val="272822"/>
                </a:highlight>
                <a:latin typeface="Courier New"/>
                <a:ea typeface="Courier New"/>
                <a:cs typeface="Courier New"/>
                <a:sym typeface="Courier New"/>
              </a:rPr>
              <a:t>li</a:t>
            </a:r>
            <a:r>
              <a:rPr b="0" i="0" lang="en" sz="1900" u="none" cap="none" strike="noStrike">
                <a:solidFill>
                  <a:srgbClr val="F8F8F2"/>
                </a:solidFill>
                <a:highlight>
                  <a:srgbClr val="272822"/>
                </a:highlight>
                <a:latin typeface="Courier New"/>
                <a:ea typeface="Courier New"/>
                <a:cs typeface="Courier New"/>
                <a:sym typeface="Courier New"/>
              </a:rPr>
              <a:t>&gt;</a:t>
            </a:r>
            <a:endParaRPr b="0" i="0" sz="1900" u="none" cap="none" strike="noStrike">
              <a:solidFill>
                <a:srgbClr val="F8F8F2"/>
              </a:solidFill>
              <a:highlight>
                <a:srgbClr val="272822"/>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900"/>
              <a:buFont typeface="Arial"/>
              <a:buNone/>
            </a:pPr>
            <a:r>
              <a:rPr b="0" i="0" lang="en" sz="1900" u="none" cap="none" strike="noStrike">
                <a:solidFill>
                  <a:srgbClr val="F8F8F2"/>
                </a:solidFill>
                <a:highlight>
                  <a:srgbClr val="272822"/>
                </a:highlight>
                <a:latin typeface="Courier New"/>
                <a:ea typeface="Courier New"/>
                <a:cs typeface="Courier New"/>
                <a:sym typeface="Courier New"/>
              </a:rPr>
              <a:t>   &lt;</a:t>
            </a:r>
            <a:r>
              <a:rPr b="0" i="0" lang="en" sz="1900" u="none" cap="none" strike="noStrike">
                <a:solidFill>
                  <a:srgbClr val="F92672"/>
                </a:solidFill>
                <a:highlight>
                  <a:srgbClr val="272822"/>
                </a:highlight>
                <a:latin typeface="Courier New"/>
                <a:ea typeface="Courier New"/>
                <a:cs typeface="Courier New"/>
                <a:sym typeface="Courier New"/>
              </a:rPr>
              <a:t>li</a:t>
            </a:r>
            <a:r>
              <a:rPr b="0" i="0" lang="en" sz="1900" u="none" cap="none" strike="noStrike">
                <a:solidFill>
                  <a:srgbClr val="F8F8F2"/>
                </a:solidFill>
                <a:highlight>
                  <a:srgbClr val="272822"/>
                </a:highlight>
                <a:latin typeface="Courier New"/>
                <a:ea typeface="Courier New"/>
                <a:cs typeface="Courier New"/>
                <a:sym typeface="Courier New"/>
              </a:rPr>
              <a:t>&gt;Ham&lt;/</a:t>
            </a:r>
            <a:r>
              <a:rPr b="0" i="0" lang="en" sz="1900" u="none" cap="none" strike="noStrike">
                <a:solidFill>
                  <a:srgbClr val="F92672"/>
                </a:solidFill>
                <a:highlight>
                  <a:srgbClr val="272822"/>
                </a:highlight>
                <a:latin typeface="Courier New"/>
                <a:ea typeface="Courier New"/>
                <a:cs typeface="Courier New"/>
                <a:sym typeface="Courier New"/>
              </a:rPr>
              <a:t>li</a:t>
            </a:r>
            <a:r>
              <a:rPr b="0" i="0" lang="en" sz="1900" u="none" cap="none" strike="noStrike">
                <a:solidFill>
                  <a:srgbClr val="F8F8F2"/>
                </a:solidFill>
                <a:highlight>
                  <a:srgbClr val="272822"/>
                </a:highlight>
                <a:latin typeface="Courier New"/>
                <a:ea typeface="Courier New"/>
                <a:cs typeface="Courier New"/>
                <a:sym typeface="Courier New"/>
              </a:rPr>
              <a:t>&gt;</a:t>
            </a:r>
            <a:endParaRPr b="0" i="0" sz="1900" u="none" cap="none" strike="noStrike">
              <a:solidFill>
                <a:srgbClr val="F8F8F2"/>
              </a:solidFill>
              <a:highlight>
                <a:srgbClr val="272822"/>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900"/>
              <a:buFont typeface="Arial"/>
              <a:buNone/>
            </a:pPr>
            <a:r>
              <a:rPr b="0" i="0" lang="en" sz="1900" u="none" cap="none" strike="noStrike">
                <a:solidFill>
                  <a:srgbClr val="F8F8F2"/>
                </a:solidFill>
                <a:highlight>
                  <a:srgbClr val="272822"/>
                </a:highlight>
                <a:latin typeface="Courier New"/>
                <a:ea typeface="Courier New"/>
                <a:cs typeface="Courier New"/>
                <a:sym typeface="Courier New"/>
              </a:rPr>
              <a:t>   &lt;</a:t>
            </a:r>
            <a:r>
              <a:rPr b="0" i="0" lang="en" sz="1900" u="none" cap="none" strike="noStrike">
                <a:solidFill>
                  <a:srgbClr val="F92672"/>
                </a:solidFill>
                <a:highlight>
                  <a:srgbClr val="272822"/>
                </a:highlight>
                <a:latin typeface="Courier New"/>
                <a:ea typeface="Courier New"/>
                <a:cs typeface="Courier New"/>
                <a:sym typeface="Courier New"/>
              </a:rPr>
              <a:t>li</a:t>
            </a:r>
            <a:r>
              <a:rPr b="0" i="0" lang="en" sz="1900" u="none" cap="none" strike="noStrike">
                <a:solidFill>
                  <a:srgbClr val="F8F8F2"/>
                </a:solidFill>
                <a:highlight>
                  <a:srgbClr val="272822"/>
                </a:highlight>
                <a:latin typeface="Courier New"/>
                <a:ea typeface="Courier New"/>
                <a:cs typeface="Courier New"/>
                <a:sym typeface="Courier New"/>
              </a:rPr>
              <a:t>&gt;Broccoli&lt;/</a:t>
            </a:r>
            <a:r>
              <a:rPr b="0" i="0" lang="en" sz="1900" u="none" cap="none" strike="noStrike">
                <a:solidFill>
                  <a:srgbClr val="F92672"/>
                </a:solidFill>
                <a:highlight>
                  <a:srgbClr val="272822"/>
                </a:highlight>
                <a:latin typeface="Courier New"/>
                <a:ea typeface="Courier New"/>
                <a:cs typeface="Courier New"/>
                <a:sym typeface="Courier New"/>
              </a:rPr>
              <a:t>li</a:t>
            </a:r>
            <a:r>
              <a:rPr b="0" i="0" lang="en" sz="1900" u="none" cap="none" strike="noStrike">
                <a:solidFill>
                  <a:srgbClr val="F8F8F2"/>
                </a:solidFill>
                <a:highlight>
                  <a:srgbClr val="272822"/>
                </a:highlight>
                <a:latin typeface="Courier New"/>
                <a:ea typeface="Courier New"/>
                <a:cs typeface="Courier New"/>
                <a:sym typeface="Courier New"/>
              </a:rPr>
              <a:t>&gt;</a:t>
            </a:r>
            <a:endParaRPr b="0" i="0" sz="1900" u="none" cap="none" strike="noStrike">
              <a:solidFill>
                <a:srgbClr val="F8F8F2"/>
              </a:solidFill>
              <a:highlight>
                <a:srgbClr val="272822"/>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900"/>
              <a:buFont typeface="Arial"/>
              <a:buNone/>
            </a:pPr>
            <a:r>
              <a:rPr b="0" i="0" lang="en" sz="1900" u="none" cap="none" strike="noStrike">
                <a:solidFill>
                  <a:srgbClr val="F8F8F2"/>
                </a:solidFill>
                <a:highlight>
                  <a:srgbClr val="272822"/>
                </a:highlight>
                <a:latin typeface="Courier New"/>
                <a:ea typeface="Courier New"/>
                <a:cs typeface="Courier New"/>
                <a:sym typeface="Courier New"/>
              </a:rPr>
              <a:t>   &lt;</a:t>
            </a:r>
            <a:r>
              <a:rPr b="0" i="0" lang="en" sz="1900" u="none" cap="none" strike="noStrike">
                <a:solidFill>
                  <a:srgbClr val="F92672"/>
                </a:solidFill>
                <a:highlight>
                  <a:srgbClr val="272822"/>
                </a:highlight>
                <a:latin typeface="Courier New"/>
                <a:ea typeface="Courier New"/>
                <a:cs typeface="Courier New"/>
                <a:sym typeface="Courier New"/>
              </a:rPr>
              <a:t>li</a:t>
            </a:r>
            <a:r>
              <a:rPr b="0" i="0" lang="en" sz="1900" u="none" cap="none" strike="noStrike">
                <a:solidFill>
                  <a:srgbClr val="F8F8F2"/>
                </a:solidFill>
                <a:highlight>
                  <a:srgbClr val="272822"/>
                </a:highlight>
                <a:latin typeface="Courier New"/>
                <a:ea typeface="Courier New"/>
                <a:cs typeface="Courier New"/>
                <a:sym typeface="Courier New"/>
              </a:rPr>
              <a:t>&gt;Tofu&lt;/</a:t>
            </a:r>
            <a:r>
              <a:rPr b="0" i="0" lang="en" sz="1900" u="none" cap="none" strike="noStrike">
                <a:solidFill>
                  <a:srgbClr val="F92672"/>
                </a:solidFill>
                <a:highlight>
                  <a:srgbClr val="272822"/>
                </a:highlight>
                <a:latin typeface="Courier New"/>
                <a:ea typeface="Courier New"/>
                <a:cs typeface="Courier New"/>
                <a:sym typeface="Courier New"/>
              </a:rPr>
              <a:t>li</a:t>
            </a:r>
            <a:r>
              <a:rPr b="0" i="0" lang="en" sz="1900" u="none" cap="none" strike="noStrike">
                <a:solidFill>
                  <a:srgbClr val="F8F8F2"/>
                </a:solidFill>
                <a:highlight>
                  <a:srgbClr val="272822"/>
                </a:highlight>
                <a:latin typeface="Courier New"/>
                <a:ea typeface="Courier New"/>
                <a:cs typeface="Courier New"/>
                <a:sym typeface="Courier New"/>
              </a:rPr>
              <a:t>&gt;</a:t>
            </a:r>
            <a:endParaRPr b="0" i="0" sz="1900" u="none" cap="none" strike="noStrike">
              <a:solidFill>
                <a:srgbClr val="F8F8F2"/>
              </a:solidFill>
              <a:highlight>
                <a:srgbClr val="272822"/>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900"/>
              <a:buFont typeface="Arial"/>
              <a:buNone/>
            </a:pPr>
            <a:r>
              <a:rPr b="0" i="0" lang="en" sz="1900" u="none" cap="none" strike="noStrike">
                <a:solidFill>
                  <a:srgbClr val="F8F8F2"/>
                </a:solidFill>
                <a:highlight>
                  <a:srgbClr val="272822"/>
                </a:highlight>
                <a:latin typeface="Courier New"/>
                <a:ea typeface="Courier New"/>
                <a:cs typeface="Courier New"/>
                <a:sym typeface="Courier New"/>
              </a:rPr>
              <a:t>&lt;/</a:t>
            </a:r>
            <a:r>
              <a:rPr b="0" i="0" lang="en" sz="1900" u="none" cap="none" strike="noStrike">
                <a:solidFill>
                  <a:srgbClr val="F92672"/>
                </a:solidFill>
                <a:highlight>
                  <a:srgbClr val="272822"/>
                </a:highlight>
                <a:latin typeface="Courier New"/>
                <a:ea typeface="Courier New"/>
                <a:cs typeface="Courier New"/>
                <a:sym typeface="Courier New"/>
              </a:rPr>
              <a:t>ol</a:t>
            </a:r>
            <a:r>
              <a:rPr b="0" i="0" lang="en" sz="1900" u="none" cap="none" strike="noStrike">
                <a:solidFill>
                  <a:srgbClr val="F8F8F2"/>
                </a:solidFill>
                <a:highlight>
                  <a:srgbClr val="272822"/>
                </a:highlight>
                <a:latin typeface="Courier New"/>
                <a:ea typeface="Courier New"/>
                <a:cs typeface="Courier New"/>
                <a:sym typeface="Courier New"/>
              </a:rPr>
              <a:t>&gt;</a:t>
            </a:r>
            <a:endParaRPr b="0" i="0" sz="2400" u="none" cap="none" strike="noStrike">
              <a:solidFill>
                <a:srgbClr val="000000"/>
              </a:solidFill>
              <a:latin typeface="Proxima Nova"/>
              <a:ea typeface="Proxima Nova"/>
              <a:cs typeface="Proxima Nova"/>
              <a:sym typeface="Proxima Nova"/>
            </a:endParaRPr>
          </a:p>
        </p:txBody>
      </p:sp>
      <p:pic>
        <p:nvPicPr>
          <p:cNvPr id="385" name="Google Shape;385;p51"/>
          <p:cNvPicPr preferRelativeResize="0"/>
          <p:nvPr/>
        </p:nvPicPr>
        <p:blipFill rotWithShape="1">
          <a:blip r:embed="rId3">
            <a:alphaModFix/>
          </a:blip>
          <a:srcRect b="0" l="0" r="0" t="0"/>
          <a:stretch/>
        </p:blipFill>
        <p:spPr>
          <a:xfrm>
            <a:off x="4349750" y="1170125"/>
            <a:ext cx="3409950" cy="342900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5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Unordered List - circle</a:t>
            </a:r>
            <a:endParaRPr/>
          </a:p>
        </p:txBody>
      </p:sp>
      <p:sp>
        <p:nvSpPr>
          <p:cNvPr id="391" name="Google Shape;391;p53"/>
          <p:cNvSpPr txBox="1"/>
          <p:nvPr>
            <p:ph idx="1" type="body"/>
          </p:nvPr>
        </p:nvSpPr>
        <p:spPr>
          <a:xfrm>
            <a:off x="311700" y="1152475"/>
            <a:ext cx="4343100" cy="3416400"/>
          </a:xfrm>
          <a:prstGeom prst="rect">
            <a:avLst/>
          </a:prstGeom>
          <a:solidFill>
            <a:schemeClr val="dk1"/>
          </a:solid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800"/>
              <a:buNone/>
            </a:pPr>
            <a:r>
              <a:t/>
            </a:r>
            <a:endParaRPr sz="20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2000">
                <a:solidFill>
                  <a:srgbClr val="F8F8F2"/>
                </a:solidFill>
                <a:highlight>
                  <a:srgbClr val="272822"/>
                </a:highlight>
                <a:latin typeface="Courier New"/>
                <a:ea typeface="Courier New"/>
                <a:cs typeface="Courier New"/>
                <a:sym typeface="Courier New"/>
              </a:rPr>
              <a:t>&lt;</a:t>
            </a:r>
            <a:r>
              <a:rPr lang="en" sz="2000">
                <a:solidFill>
                  <a:srgbClr val="F92672"/>
                </a:solidFill>
                <a:highlight>
                  <a:srgbClr val="272822"/>
                </a:highlight>
                <a:latin typeface="Courier New"/>
                <a:ea typeface="Courier New"/>
                <a:cs typeface="Courier New"/>
                <a:sym typeface="Courier New"/>
              </a:rPr>
              <a:t>ul</a:t>
            </a:r>
            <a:r>
              <a:rPr lang="en" sz="2000">
                <a:solidFill>
                  <a:srgbClr val="F8F8F2"/>
                </a:solidFill>
                <a:highlight>
                  <a:srgbClr val="272822"/>
                </a:highlight>
                <a:latin typeface="Courier New"/>
                <a:ea typeface="Courier New"/>
                <a:cs typeface="Courier New"/>
                <a:sym typeface="Courier New"/>
              </a:rPr>
              <a:t> </a:t>
            </a:r>
            <a:r>
              <a:rPr lang="en" sz="2000">
                <a:solidFill>
                  <a:srgbClr val="A6E22E"/>
                </a:solidFill>
                <a:highlight>
                  <a:srgbClr val="272822"/>
                </a:highlight>
                <a:latin typeface="Courier New"/>
                <a:ea typeface="Courier New"/>
                <a:cs typeface="Courier New"/>
                <a:sym typeface="Courier New"/>
              </a:rPr>
              <a:t>type</a:t>
            </a:r>
            <a:r>
              <a:rPr lang="en" sz="2000">
                <a:solidFill>
                  <a:srgbClr val="F8F8F2"/>
                </a:solidFill>
                <a:highlight>
                  <a:srgbClr val="272822"/>
                </a:highlight>
                <a:latin typeface="Courier New"/>
                <a:ea typeface="Courier New"/>
                <a:cs typeface="Courier New"/>
                <a:sym typeface="Courier New"/>
              </a:rPr>
              <a:t>=</a:t>
            </a:r>
            <a:r>
              <a:rPr lang="en" sz="2000">
                <a:solidFill>
                  <a:srgbClr val="E6DB74"/>
                </a:solidFill>
                <a:highlight>
                  <a:srgbClr val="272822"/>
                </a:highlight>
                <a:latin typeface="Courier New"/>
                <a:ea typeface="Courier New"/>
                <a:cs typeface="Courier New"/>
                <a:sym typeface="Courier New"/>
              </a:rPr>
              <a:t>"circle"</a:t>
            </a:r>
            <a:r>
              <a:rPr lang="en" sz="2000">
                <a:solidFill>
                  <a:srgbClr val="F8F8F2"/>
                </a:solidFill>
                <a:highlight>
                  <a:srgbClr val="272822"/>
                </a:highlight>
                <a:latin typeface="Courier New"/>
                <a:ea typeface="Courier New"/>
                <a:cs typeface="Courier New"/>
                <a:sym typeface="Courier New"/>
              </a:rPr>
              <a:t>&gt;</a:t>
            </a:r>
            <a:endParaRPr sz="20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2000">
                <a:solidFill>
                  <a:srgbClr val="F8F8F2"/>
                </a:solidFill>
                <a:highlight>
                  <a:srgbClr val="272822"/>
                </a:highlight>
                <a:latin typeface="Courier New"/>
                <a:ea typeface="Courier New"/>
                <a:cs typeface="Courier New"/>
                <a:sym typeface="Courier New"/>
              </a:rPr>
              <a:t>   &lt;</a:t>
            </a:r>
            <a:r>
              <a:rPr lang="en" sz="2000">
                <a:solidFill>
                  <a:srgbClr val="F92672"/>
                </a:solidFill>
                <a:highlight>
                  <a:srgbClr val="272822"/>
                </a:highlight>
                <a:latin typeface="Courier New"/>
                <a:ea typeface="Courier New"/>
                <a:cs typeface="Courier New"/>
                <a:sym typeface="Courier New"/>
              </a:rPr>
              <a:t>li</a:t>
            </a:r>
            <a:r>
              <a:rPr lang="en" sz="2000">
                <a:solidFill>
                  <a:srgbClr val="F8F8F2"/>
                </a:solidFill>
                <a:highlight>
                  <a:srgbClr val="272822"/>
                </a:highlight>
                <a:latin typeface="Courier New"/>
                <a:ea typeface="Courier New"/>
                <a:cs typeface="Courier New"/>
                <a:sym typeface="Courier New"/>
              </a:rPr>
              <a:t>&gt;Bread&lt;/</a:t>
            </a:r>
            <a:r>
              <a:rPr lang="en" sz="2000">
                <a:solidFill>
                  <a:srgbClr val="F92672"/>
                </a:solidFill>
                <a:highlight>
                  <a:srgbClr val="272822"/>
                </a:highlight>
                <a:latin typeface="Courier New"/>
                <a:ea typeface="Courier New"/>
                <a:cs typeface="Courier New"/>
                <a:sym typeface="Courier New"/>
              </a:rPr>
              <a:t>li</a:t>
            </a:r>
            <a:r>
              <a:rPr lang="en" sz="2000">
                <a:solidFill>
                  <a:srgbClr val="F8F8F2"/>
                </a:solidFill>
                <a:highlight>
                  <a:srgbClr val="272822"/>
                </a:highlight>
                <a:latin typeface="Courier New"/>
                <a:ea typeface="Courier New"/>
                <a:cs typeface="Courier New"/>
                <a:sym typeface="Courier New"/>
              </a:rPr>
              <a:t>&gt;</a:t>
            </a:r>
            <a:endParaRPr sz="20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2000">
                <a:solidFill>
                  <a:srgbClr val="F8F8F2"/>
                </a:solidFill>
                <a:highlight>
                  <a:srgbClr val="272822"/>
                </a:highlight>
                <a:latin typeface="Courier New"/>
                <a:ea typeface="Courier New"/>
                <a:cs typeface="Courier New"/>
                <a:sym typeface="Courier New"/>
              </a:rPr>
              <a:t>   &lt;</a:t>
            </a:r>
            <a:r>
              <a:rPr lang="en" sz="2000">
                <a:solidFill>
                  <a:srgbClr val="F92672"/>
                </a:solidFill>
                <a:highlight>
                  <a:srgbClr val="272822"/>
                </a:highlight>
                <a:latin typeface="Courier New"/>
                <a:ea typeface="Courier New"/>
                <a:cs typeface="Courier New"/>
                <a:sym typeface="Courier New"/>
              </a:rPr>
              <a:t>li</a:t>
            </a:r>
            <a:r>
              <a:rPr lang="en" sz="2000">
                <a:solidFill>
                  <a:srgbClr val="F8F8F2"/>
                </a:solidFill>
                <a:highlight>
                  <a:srgbClr val="272822"/>
                </a:highlight>
                <a:latin typeface="Courier New"/>
                <a:ea typeface="Courier New"/>
                <a:cs typeface="Courier New"/>
                <a:sym typeface="Courier New"/>
              </a:rPr>
              <a:t>&gt;Milk&lt;/</a:t>
            </a:r>
            <a:r>
              <a:rPr lang="en" sz="2000">
                <a:solidFill>
                  <a:srgbClr val="F92672"/>
                </a:solidFill>
                <a:highlight>
                  <a:srgbClr val="272822"/>
                </a:highlight>
                <a:latin typeface="Courier New"/>
                <a:ea typeface="Courier New"/>
                <a:cs typeface="Courier New"/>
                <a:sym typeface="Courier New"/>
              </a:rPr>
              <a:t>li</a:t>
            </a:r>
            <a:r>
              <a:rPr lang="en" sz="2000">
                <a:solidFill>
                  <a:srgbClr val="F8F8F2"/>
                </a:solidFill>
                <a:highlight>
                  <a:srgbClr val="272822"/>
                </a:highlight>
                <a:latin typeface="Courier New"/>
                <a:ea typeface="Courier New"/>
                <a:cs typeface="Courier New"/>
                <a:sym typeface="Courier New"/>
              </a:rPr>
              <a:t>&gt;</a:t>
            </a:r>
            <a:endParaRPr sz="20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2000">
                <a:solidFill>
                  <a:srgbClr val="F8F8F2"/>
                </a:solidFill>
                <a:highlight>
                  <a:srgbClr val="272822"/>
                </a:highlight>
                <a:latin typeface="Courier New"/>
                <a:ea typeface="Courier New"/>
                <a:cs typeface="Courier New"/>
                <a:sym typeface="Courier New"/>
              </a:rPr>
              <a:t>&lt;/</a:t>
            </a:r>
            <a:r>
              <a:rPr lang="en" sz="2000">
                <a:solidFill>
                  <a:srgbClr val="F92672"/>
                </a:solidFill>
                <a:highlight>
                  <a:srgbClr val="272822"/>
                </a:highlight>
                <a:latin typeface="Courier New"/>
                <a:ea typeface="Courier New"/>
                <a:cs typeface="Courier New"/>
                <a:sym typeface="Courier New"/>
              </a:rPr>
              <a:t>ul</a:t>
            </a:r>
            <a:r>
              <a:rPr lang="en" sz="2000">
                <a:solidFill>
                  <a:srgbClr val="F8F8F2"/>
                </a:solidFill>
                <a:highlight>
                  <a:srgbClr val="272822"/>
                </a:highlight>
                <a:latin typeface="Courier New"/>
                <a:ea typeface="Courier New"/>
                <a:cs typeface="Courier New"/>
                <a:sym typeface="Courier New"/>
              </a:rPr>
              <a:t>&gt;</a:t>
            </a:r>
            <a:endParaRPr sz="2000"/>
          </a:p>
        </p:txBody>
      </p:sp>
      <p:pic>
        <p:nvPicPr>
          <p:cNvPr id="392" name="Google Shape;392;p53"/>
          <p:cNvPicPr preferRelativeResize="0"/>
          <p:nvPr/>
        </p:nvPicPr>
        <p:blipFill rotWithShape="1">
          <a:blip r:embed="rId3">
            <a:alphaModFix/>
          </a:blip>
          <a:srcRect b="0" l="0" r="0" t="0"/>
          <a:stretch/>
        </p:blipFill>
        <p:spPr>
          <a:xfrm>
            <a:off x="4807200" y="1170125"/>
            <a:ext cx="2724150" cy="1905000"/>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5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Unordered List - disc (default)</a:t>
            </a:r>
            <a:endParaRPr/>
          </a:p>
        </p:txBody>
      </p:sp>
      <p:sp>
        <p:nvSpPr>
          <p:cNvPr id="398" name="Google Shape;398;p52"/>
          <p:cNvSpPr txBox="1"/>
          <p:nvPr>
            <p:ph idx="1" type="body"/>
          </p:nvPr>
        </p:nvSpPr>
        <p:spPr>
          <a:xfrm>
            <a:off x="311700" y="1152475"/>
            <a:ext cx="4343100" cy="3416400"/>
          </a:xfrm>
          <a:prstGeom prst="rect">
            <a:avLst/>
          </a:prstGeom>
          <a:solidFill>
            <a:schemeClr val="dk1"/>
          </a:solid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800"/>
              <a:buNone/>
            </a:pPr>
            <a:r>
              <a:rPr lang="en" sz="2000">
                <a:solidFill>
                  <a:srgbClr val="F8F8F2"/>
                </a:solidFill>
                <a:highlight>
                  <a:srgbClr val="272822"/>
                </a:highlight>
                <a:latin typeface="Courier New"/>
                <a:ea typeface="Courier New"/>
                <a:cs typeface="Courier New"/>
                <a:sym typeface="Courier New"/>
              </a:rPr>
              <a:t>Default is type="disc"</a:t>
            </a:r>
            <a:endParaRPr sz="20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2000">
                <a:solidFill>
                  <a:srgbClr val="F8F8F2"/>
                </a:solidFill>
                <a:highlight>
                  <a:srgbClr val="272822"/>
                </a:highlight>
                <a:latin typeface="Courier New"/>
                <a:ea typeface="Courier New"/>
                <a:cs typeface="Courier New"/>
                <a:sym typeface="Courier New"/>
              </a:rPr>
              <a:t>&lt;</a:t>
            </a:r>
            <a:r>
              <a:rPr lang="en" sz="2000">
                <a:solidFill>
                  <a:srgbClr val="F92672"/>
                </a:solidFill>
                <a:highlight>
                  <a:srgbClr val="272822"/>
                </a:highlight>
                <a:latin typeface="Courier New"/>
                <a:ea typeface="Courier New"/>
                <a:cs typeface="Courier New"/>
                <a:sym typeface="Courier New"/>
              </a:rPr>
              <a:t>ul</a:t>
            </a:r>
            <a:r>
              <a:rPr lang="en" sz="2000">
                <a:solidFill>
                  <a:srgbClr val="F8F8F2"/>
                </a:solidFill>
                <a:highlight>
                  <a:srgbClr val="272822"/>
                </a:highlight>
                <a:latin typeface="Courier New"/>
                <a:ea typeface="Courier New"/>
                <a:cs typeface="Courier New"/>
                <a:sym typeface="Courier New"/>
              </a:rPr>
              <a:t> </a:t>
            </a:r>
            <a:r>
              <a:rPr lang="en" sz="2000">
                <a:solidFill>
                  <a:srgbClr val="A6E22E"/>
                </a:solidFill>
                <a:highlight>
                  <a:srgbClr val="272822"/>
                </a:highlight>
                <a:latin typeface="Courier New"/>
                <a:ea typeface="Courier New"/>
                <a:cs typeface="Courier New"/>
                <a:sym typeface="Courier New"/>
              </a:rPr>
              <a:t>type</a:t>
            </a:r>
            <a:r>
              <a:rPr lang="en" sz="2000">
                <a:solidFill>
                  <a:srgbClr val="F8F8F2"/>
                </a:solidFill>
                <a:highlight>
                  <a:srgbClr val="272822"/>
                </a:highlight>
                <a:latin typeface="Courier New"/>
                <a:ea typeface="Courier New"/>
                <a:cs typeface="Courier New"/>
                <a:sym typeface="Courier New"/>
              </a:rPr>
              <a:t>=</a:t>
            </a:r>
            <a:r>
              <a:rPr lang="en" sz="2000">
                <a:solidFill>
                  <a:srgbClr val="E6DB74"/>
                </a:solidFill>
                <a:highlight>
                  <a:srgbClr val="272822"/>
                </a:highlight>
                <a:latin typeface="Courier New"/>
                <a:ea typeface="Courier New"/>
                <a:cs typeface="Courier New"/>
                <a:sym typeface="Courier New"/>
              </a:rPr>
              <a:t>"disc"</a:t>
            </a:r>
            <a:r>
              <a:rPr lang="en" sz="2000">
                <a:solidFill>
                  <a:srgbClr val="F8F8F2"/>
                </a:solidFill>
                <a:highlight>
                  <a:srgbClr val="272822"/>
                </a:highlight>
                <a:latin typeface="Courier New"/>
                <a:ea typeface="Courier New"/>
                <a:cs typeface="Courier New"/>
                <a:sym typeface="Courier New"/>
              </a:rPr>
              <a:t>&gt;</a:t>
            </a:r>
            <a:endParaRPr sz="20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2000">
                <a:solidFill>
                  <a:srgbClr val="F8F8F2"/>
                </a:solidFill>
                <a:highlight>
                  <a:srgbClr val="272822"/>
                </a:highlight>
                <a:latin typeface="Courier New"/>
                <a:ea typeface="Courier New"/>
                <a:cs typeface="Courier New"/>
                <a:sym typeface="Courier New"/>
              </a:rPr>
              <a:t>   &lt;</a:t>
            </a:r>
            <a:r>
              <a:rPr lang="en" sz="2000">
                <a:solidFill>
                  <a:srgbClr val="F92672"/>
                </a:solidFill>
                <a:highlight>
                  <a:srgbClr val="272822"/>
                </a:highlight>
                <a:latin typeface="Courier New"/>
                <a:ea typeface="Courier New"/>
                <a:cs typeface="Courier New"/>
                <a:sym typeface="Courier New"/>
              </a:rPr>
              <a:t>li</a:t>
            </a:r>
            <a:r>
              <a:rPr lang="en" sz="2000">
                <a:solidFill>
                  <a:srgbClr val="F8F8F2"/>
                </a:solidFill>
                <a:highlight>
                  <a:srgbClr val="272822"/>
                </a:highlight>
                <a:latin typeface="Courier New"/>
                <a:ea typeface="Courier New"/>
                <a:cs typeface="Courier New"/>
                <a:sym typeface="Courier New"/>
              </a:rPr>
              <a:t>&gt;Bread&lt;/</a:t>
            </a:r>
            <a:r>
              <a:rPr lang="en" sz="2000">
                <a:solidFill>
                  <a:srgbClr val="F92672"/>
                </a:solidFill>
                <a:highlight>
                  <a:srgbClr val="272822"/>
                </a:highlight>
                <a:latin typeface="Courier New"/>
                <a:ea typeface="Courier New"/>
                <a:cs typeface="Courier New"/>
                <a:sym typeface="Courier New"/>
              </a:rPr>
              <a:t>li</a:t>
            </a:r>
            <a:r>
              <a:rPr lang="en" sz="2000">
                <a:solidFill>
                  <a:srgbClr val="F8F8F2"/>
                </a:solidFill>
                <a:highlight>
                  <a:srgbClr val="272822"/>
                </a:highlight>
                <a:latin typeface="Courier New"/>
                <a:ea typeface="Courier New"/>
                <a:cs typeface="Courier New"/>
                <a:sym typeface="Courier New"/>
              </a:rPr>
              <a:t>&gt;</a:t>
            </a:r>
            <a:endParaRPr sz="20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2000">
                <a:solidFill>
                  <a:srgbClr val="F8F8F2"/>
                </a:solidFill>
                <a:highlight>
                  <a:srgbClr val="272822"/>
                </a:highlight>
                <a:latin typeface="Courier New"/>
                <a:ea typeface="Courier New"/>
                <a:cs typeface="Courier New"/>
                <a:sym typeface="Courier New"/>
              </a:rPr>
              <a:t>   &lt;</a:t>
            </a:r>
            <a:r>
              <a:rPr lang="en" sz="2000">
                <a:solidFill>
                  <a:srgbClr val="F92672"/>
                </a:solidFill>
                <a:highlight>
                  <a:srgbClr val="272822"/>
                </a:highlight>
                <a:latin typeface="Courier New"/>
                <a:ea typeface="Courier New"/>
                <a:cs typeface="Courier New"/>
                <a:sym typeface="Courier New"/>
              </a:rPr>
              <a:t>li</a:t>
            </a:r>
            <a:r>
              <a:rPr lang="en" sz="2000">
                <a:solidFill>
                  <a:srgbClr val="F8F8F2"/>
                </a:solidFill>
                <a:highlight>
                  <a:srgbClr val="272822"/>
                </a:highlight>
                <a:latin typeface="Courier New"/>
                <a:ea typeface="Courier New"/>
                <a:cs typeface="Courier New"/>
                <a:sym typeface="Courier New"/>
              </a:rPr>
              <a:t>&gt;Milk&lt;/</a:t>
            </a:r>
            <a:r>
              <a:rPr lang="en" sz="2000">
                <a:solidFill>
                  <a:srgbClr val="F92672"/>
                </a:solidFill>
                <a:highlight>
                  <a:srgbClr val="272822"/>
                </a:highlight>
                <a:latin typeface="Courier New"/>
                <a:ea typeface="Courier New"/>
                <a:cs typeface="Courier New"/>
                <a:sym typeface="Courier New"/>
              </a:rPr>
              <a:t>li</a:t>
            </a:r>
            <a:r>
              <a:rPr lang="en" sz="2000">
                <a:solidFill>
                  <a:srgbClr val="F8F8F2"/>
                </a:solidFill>
                <a:highlight>
                  <a:srgbClr val="272822"/>
                </a:highlight>
                <a:latin typeface="Courier New"/>
                <a:ea typeface="Courier New"/>
                <a:cs typeface="Courier New"/>
                <a:sym typeface="Courier New"/>
              </a:rPr>
              <a:t>&gt;</a:t>
            </a:r>
            <a:endParaRPr sz="20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2000">
                <a:solidFill>
                  <a:srgbClr val="F8F8F2"/>
                </a:solidFill>
                <a:highlight>
                  <a:srgbClr val="272822"/>
                </a:highlight>
                <a:latin typeface="Courier New"/>
                <a:ea typeface="Courier New"/>
                <a:cs typeface="Courier New"/>
                <a:sym typeface="Courier New"/>
              </a:rPr>
              <a:t>&lt;/</a:t>
            </a:r>
            <a:r>
              <a:rPr lang="en" sz="2000">
                <a:solidFill>
                  <a:srgbClr val="F92672"/>
                </a:solidFill>
                <a:highlight>
                  <a:srgbClr val="272822"/>
                </a:highlight>
                <a:latin typeface="Courier New"/>
                <a:ea typeface="Courier New"/>
                <a:cs typeface="Courier New"/>
                <a:sym typeface="Courier New"/>
              </a:rPr>
              <a:t>ul</a:t>
            </a:r>
            <a:r>
              <a:rPr lang="en" sz="2000">
                <a:solidFill>
                  <a:srgbClr val="F8F8F2"/>
                </a:solidFill>
                <a:highlight>
                  <a:srgbClr val="272822"/>
                </a:highlight>
                <a:latin typeface="Courier New"/>
                <a:ea typeface="Courier New"/>
                <a:cs typeface="Courier New"/>
                <a:sym typeface="Courier New"/>
              </a:rPr>
              <a:t>&gt;</a:t>
            </a:r>
            <a:endParaRPr sz="2000"/>
          </a:p>
        </p:txBody>
      </p:sp>
      <p:pic>
        <p:nvPicPr>
          <p:cNvPr id="399" name="Google Shape;399;p52"/>
          <p:cNvPicPr preferRelativeResize="0"/>
          <p:nvPr/>
        </p:nvPicPr>
        <p:blipFill rotWithShape="1">
          <a:blip r:embed="rId3">
            <a:alphaModFix/>
          </a:blip>
          <a:srcRect b="0" l="0" r="0" t="0"/>
          <a:stretch/>
        </p:blipFill>
        <p:spPr>
          <a:xfrm>
            <a:off x="4807200" y="1170125"/>
            <a:ext cx="3219450" cy="205740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5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Unordered List - square</a:t>
            </a:r>
            <a:endParaRPr/>
          </a:p>
        </p:txBody>
      </p:sp>
      <p:sp>
        <p:nvSpPr>
          <p:cNvPr id="405" name="Google Shape;405;p54"/>
          <p:cNvSpPr txBox="1"/>
          <p:nvPr>
            <p:ph idx="1" type="body"/>
          </p:nvPr>
        </p:nvSpPr>
        <p:spPr>
          <a:xfrm>
            <a:off x="311700" y="1152475"/>
            <a:ext cx="4343100" cy="3416400"/>
          </a:xfrm>
          <a:prstGeom prst="rect">
            <a:avLst/>
          </a:prstGeom>
          <a:solidFill>
            <a:schemeClr val="dk1"/>
          </a:solid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800"/>
              <a:buNone/>
            </a:pPr>
            <a:r>
              <a:t/>
            </a:r>
            <a:endParaRPr sz="20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2000">
                <a:solidFill>
                  <a:srgbClr val="F8F8F2"/>
                </a:solidFill>
                <a:highlight>
                  <a:srgbClr val="272822"/>
                </a:highlight>
                <a:latin typeface="Courier New"/>
                <a:ea typeface="Courier New"/>
                <a:cs typeface="Courier New"/>
                <a:sym typeface="Courier New"/>
              </a:rPr>
              <a:t>&lt;</a:t>
            </a:r>
            <a:r>
              <a:rPr lang="en" sz="2000">
                <a:solidFill>
                  <a:srgbClr val="F92672"/>
                </a:solidFill>
                <a:highlight>
                  <a:srgbClr val="272822"/>
                </a:highlight>
                <a:latin typeface="Courier New"/>
                <a:ea typeface="Courier New"/>
                <a:cs typeface="Courier New"/>
                <a:sym typeface="Courier New"/>
              </a:rPr>
              <a:t>ul</a:t>
            </a:r>
            <a:r>
              <a:rPr lang="en" sz="2000">
                <a:solidFill>
                  <a:srgbClr val="F8F8F2"/>
                </a:solidFill>
                <a:highlight>
                  <a:srgbClr val="272822"/>
                </a:highlight>
                <a:latin typeface="Courier New"/>
                <a:ea typeface="Courier New"/>
                <a:cs typeface="Courier New"/>
                <a:sym typeface="Courier New"/>
              </a:rPr>
              <a:t> </a:t>
            </a:r>
            <a:r>
              <a:rPr lang="en" sz="2000">
                <a:solidFill>
                  <a:srgbClr val="A6E22E"/>
                </a:solidFill>
                <a:highlight>
                  <a:srgbClr val="272822"/>
                </a:highlight>
                <a:latin typeface="Courier New"/>
                <a:ea typeface="Courier New"/>
                <a:cs typeface="Courier New"/>
                <a:sym typeface="Courier New"/>
              </a:rPr>
              <a:t>type</a:t>
            </a:r>
            <a:r>
              <a:rPr lang="en" sz="2000">
                <a:solidFill>
                  <a:srgbClr val="F8F8F2"/>
                </a:solidFill>
                <a:highlight>
                  <a:srgbClr val="272822"/>
                </a:highlight>
                <a:latin typeface="Courier New"/>
                <a:ea typeface="Courier New"/>
                <a:cs typeface="Courier New"/>
                <a:sym typeface="Courier New"/>
              </a:rPr>
              <a:t>=</a:t>
            </a:r>
            <a:r>
              <a:rPr lang="en" sz="2000">
                <a:solidFill>
                  <a:srgbClr val="E6DB74"/>
                </a:solidFill>
                <a:highlight>
                  <a:srgbClr val="272822"/>
                </a:highlight>
                <a:latin typeface="Courier New"/>
                <a:ea typeface="Courier New"/>
                <a:cs typeface="Courier New"/>
                <a:sym typeface="Courier New"/>
              </a:rPr>
              <a:t>"square"</a:t>
            </a:r>
            <a:r>
              <a:rPr lang="en" sz="2000">
                <a:solidFill>
                  <a:srgbClr val="F8F8F2"/>
                </a:solidFill>
                <a:highlight>
                  <a:srgbClr val="272822"/>
                </a:highlight>
                <a:latin typeface="Courier New"/>
                <a:ea typeface="Courier New"/>
                <a:cs typeface="Courier New"/>
                <a:sym typeface="Courier New"/>
              </a:rPr>
              <a:t>&gt;</a:t>
            </a:r>
            <a:endParaRPr sz="20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2000">
                <a:solidFill>
                  <a:srgbClr val="F8F8F2"/>
                </a:solidFill>
                <a:highlight>
                  <a:srgbClr val="272822"/>
                </a:highlight>
                <a:latin typeface="Courier New"/>
                <a:ea typeface="Courier New"/>
                <a:cs typeface="Courier New"/>
                <a:sym typeface="Courier New"/>
              </a:rPr>
              <a:t>   &lt;</a:t>
            </a:r>
            <a:r>
              <a:rPr lang="en" sz="2000">
                <a:solidFill>
                  <a:srgbClr val="F92672"/>
                </a:solidFill>
                <a:highlight>
                  <a:srgbClr val="272822"/>
                </a:highlight>
                <a:latin typeface="Courier New"/>
                <a:ea typeface="Courier New"/>
                <a:cs typeface="Courier New"/>
                <a:sym typeface="Courier New"/>
              </a:rPr>
              <a:t>li</a:t>
            </a:r>
            <a:r>
              <a:rPr lang="en" sz="2000">
                <a:solidFill>
                  <a:srgbClr val="F8F8F2"/>
                </a:solidFill>
                <a:highlight>
                  <a:srgbClr val="272822"/>
                </a:highlight>
                <a:latin typeface="Courier New"/>
                <a:ea typeface="Courier New"/>
                <a:cs typeface="Courier New"/>
                <a:sym typeface="Courier New"/>
              </a:rPr>
              <a:t>&gt;Bread&lt;/</a:t>
            </a:r>
            <a:r>
              <a:rPr lang="en" sz="2000">
                <a:solidFill>
                  <a:srgbClr val="F92672"/>
                </a:solidFill>
                <a:highlight>
                  <a:srgbClr val="272822"/>
                </a:highlight>
                <a:latin typeface="Courier New"/>
                <a:ea typeface="Courier New"/>
                <a:cs typeface="Courier New"/>
                <a:sym typeface="Courier New"/>
              </a:rPr>
              <a:t>li</a:t>
            </a:r>
            <a:r>
              <a:rPr lang="en" sz="2000">
                <a:solidFill>
                  <a:srgbClr val="F8F8F2"/>
                </a:solidFill>
                <a:highlight>
                  <a:srgbClr val="272822"/>
                </a:highlight>
                <a:latin typeface="Courier New"/>
                <a:ea typeface="Courier New"/>
                <a:cs typeface="Courier New"/>
                <a:sym typeface="Courier New"/>
              </a:rPr>
              <a:t>&gt;</a:t>
            </a:r>
            <a:endParaRPr sz="20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2000">
                <a:solidFill>
                  <a:srgbClr val="F8F8F2"/>
                </a:solidFill>
                <a:highlight>
                  <a:srgbClr val="272822"/>
                </a:highlight>
                <a:latin typeface="Courier New"/>
                <a:ea typeface="Courier New"/>
                <a:cs typeface="Courier New"/>
                <a:sym typeface="Courier New"/>
              </a:rPr>
              <a:t>   &lt;</a:t>
            </a:r>
            <a:r>
              <a:rPr lang="en" sz="2000">
                <a:solidFill>
                  <a:srgbClr val="F92672"/>
                </a:solidFill>
                <a:highlight>
                  <a:srgbClr val="272822"/>
                </a:highlight>
                <a:latin typeface="Courier New"/>
                <a:ea typeface="Courier New"/>
                <a:cs typeface="Courier New"/>
                <a:sym typeface="Courier New"/>
              </a:rPr>
              <a:t>li</a:t>
            </a:r>
            <a:r>
              <a:rPr lang="en" sz="2000">
                <a:solidFill>
                  <a:srgbClr val="F8F8F2"/>
                </a:solidFill>
                <a:highlight>
                  <a:srgbClr val="272822"/>
                </a:highlight>
                <a:latin typeface="Courier New"/>
                <a:ea typeface="Courier New"/>
                <a:cs typeface="Courier New"/>
                <a:sym typeface="Courier New"/>
              </a:rPr>
              <a:t>&gt;Milk&lt;/</a:t>
            </a:r>
            <a:r>
              <a:rPr lang="en" sz="2000">
                <a:solidFill>
                  <a:srgbClr val="F92672"/>
                </a:solidFill>
                <a:highlight>
                  <a:srgbClr val="272822"/>
                </a:highlight>
                <a:latin typeface="Courier New"/>
                <a:ea typeface="Courier New"/>
                <a:cs typeface="Courier New"/>
                <a:sym typeface="Courier New"/>
              </a:rPr>
              <a:t>li</a:t>
            </a:r>
            <a:r>
              <a:rPr lang="en" sz="2000">
                <a:solidFill>
                  <a:srgbClr val="F8F8F2"/>
                </a:solidFill>
                <a:highlight>
                  <a:srgbClr val="272822"/>
                </a:highlight>
                <a:latin typeface="Courier New"/>
                <a:ea typeface="Courier New"/>
                <a:cs typeface="Courier New"/>
                <a:sym typeface="Courier New"/>
              </a:rPr>
              <a:t>&gt;</a:t>
            </a:r>
            <a:endParaRPr sz="20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2000">
                <a:solidFill>
                  <a:srgbClr val="F8F8F2"/>
                </a:solidFill>
                <a:highlight>
                  <a:srgbClr val="272822"/>
                </a:highlight>
                <a:latin typeface="Courier New"/>
                <a:ea typeface="Courier New"/>
                <a:cs typeface="Courier New"/>
                <a:sym typeface="Courier New"/>
              </a:rPr>
              <a:t>&lt;/</a:t>
            </a:r>
            <a:r>
              <a:rPr lang="en" sz="2000">
                <a:solidFill>
                  <a:srgbClr val="F92672"/>
                </a:solidFill>
                <a:highlight>
                  <a:srgbClr val="272822"/>
                </a:highlight>
                <a:latin typeface="Courier New"/>
                <a:ea typeface="Courier New"/>
                <a:cs typeface="Courier New"/>
                <a:sym typeface="Courier New"/>
              </a:rPr>
              <a:t>ul</a:t>
            </a:r>
            <a:r>
              <a:rPr lang="en" sz="2000">
                <a:solidFill>
                  <a:srgbClr val="F8F8F2"/>
                </a:solidFill>
                <a:highlight>
                  <a:srgbClr val="272822"/>
                </a:highlight>
                <a:latin typeface="Courier New"/>
                <a:ea typeface="Courier New"/>
                <a:cs typeface="Courier New"/>
                <a:sym typeface="Courier New"/>
              </a:rPr>
              <a:t>&gt;</a:t>
            </a:r>
            <a:endParaRPr sz="2000"/>
          </a:p>
        </p:txBody>
      </p:sp>
      <p:pic>
        <p:nvPicPr>
          <p:cNvPr id="406" name="Google Shape;406;p54"/>
          <p:cNvPicPr preferRelativeResize="0"/>
          <p:nvPr/>
        </p:nvPicPr>
        <p:blipFill rotWithShape="1">
          <a:blip r:embed="rId3">
            <a:alphaModFix/>
          </a:blip>
          <a:srcRect b="0" l="0" r="0" t="0"/>
          <a:stretch/>
        </p:blipFill>
        <p:spPr>
          <a:xfrm>
            <a:off x="4807200" y="1170125"/>
            <a:ext cx="3371850" cy="196215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5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Ordered List - Arabic Numerals (default)</a:t>
            </a:r>
            <a:endParaRPr/>
          </a:p>
        </p:txBody>
      </p:sp>
      <p:sp>
        <p:nvSpPr>
          <p:cNvPr id="412" name="Google Shape;412;p55"/>
          <p:cNvSpPr txBox="1"/>
          <p:nvPr>
            <p:ph idx="1" type="body"/>
          </p:nvPr>
        </p:nvSpPr>
        <p:spPr>
          <a:xfrm>
            <a:off x="311700" y="1152475"/>
            <a:ext cx="4343100" cy="3416400"/>
          </a:xfrm>
          <a:prstGeom prst="rect">
            <a:avLst/>
          </a:prstGeom>
          <a:solidFill>
            <a:schemeClr val="dk1"/>
          </a:solid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800"/>
              <a:buNone/>
            </a:pPr>
            <a:r>
              <a:rPr lang="en" sz="2000">
                <a:solidFill>
                  <a:srgbClr val="F8F8F2"/>
                </a:solidFill>
                <a:highlight>
                  <a:srgbClr val="272822"/>
                </a:highlight>
                <a:latin typeface="Courier New"/>
                <a:ea typeface="Courier New"/>
                <a:cs typeface="Courier New"/>
                <a:sym typeface="Courier New"/>
              </a:rPr>
              <a:t>Default is type="1", number</a:t>
            </a:r>
            <a:endParaRPr sz="20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2000">
                <a:solidFill>
                  <a:srgbClr val="F8F8F2"/>
                </a:solidFill>
                <a:highlight>
                  <a:srgbClr val="272822"/>
                </a:highlight>
                <a:latin typeface="Courier New"/>
                <a:ea typeface="Courier New"/>
                <a:cs typeface="Courier New"/>
                <a:sym typeface="Courier New"/>
              </a:rPr>
              <a:t>&lt;</a:t>
            </a:r>
            <a:r>
              <a:rPr lang="en" sz="2000">
                <a:solidFill>
                  <a:srgbClr val="F92672"/>
                </a:solidFill>
                <a:highlight>
                  <a:srgbClr val="272822"/>
                </a:highlight>
                <a:latin typeface="Courier New"/>
                <a:ea typeface="Courier New"/>
                <a:cs typeface="Courier New"/>
                <a:sym typeface="Courier New"/>
              </a:rPr>
              <a:t>ol</a:t>
            </a:r>
            <a:r>
              <a:rPr lang="en" sz="2000">
                <a:solidFill>
                  <a:srgbClr val="F8F8F2"/>
                </a:solidFill>
                <a:highlight>
                  <a:srgbClr val="272822"/>
                </a:highlight>
                <a:latin typeface="Courier New"/>
                <a:ea typeface="Courier New"/>
                <a:cs typeface="Courier New"/>
                <a:sym typeface="Courier New"/>
              </a:rPr>
              <a:t> </a:t>
            </a:r>
            <a:r>
              <a:rPr lang="en" sz="2000">
                <a:solidFill>
                  <a:srgbClr val="A6E22E"/>
                </a:solidFill>
                <a:highlight>
                  <a:srgbClr val="272822"/>
                </a:highlight>
                <a:latin typeface="Courier New"/>
                <a:ea typeface="Courier New"/>
                <a:cs typeface="Courier New"/>
                <a:sym typeface="Courier New"/>
              </a:rPr>
              <a:t>type</a:t>
            </a:r>
            <a:r>
              <a:rPr lang="en" sz="2000">
                <a:solidFill>
                  <a:srgbClr val="F8F8F2"/>
                </a:solidFill>
                <a:highlight>
                  <a:srgbClr val="272822"/>
                </a:highlight>
                <a:latin typeface="Courier New"/>
                <a:ea typeface="Courier New"/>
                <a:cs typeface="Courier New"/>
                <a:sym typeface="Courier New"/>
              </a:rPr>
              <a:t>=</a:t>
            </a:r>
            <a:r>
              <a:rPr lang="en" sz="2000">
                <a:solidFill>
                  <a:srgbClr val="E6DB74"/>
                </a:solidFill>
                <a:highlight>
                  <a:srgbClr val="272822"/>
                </a:highlight>
                <a:latin typeface="Courier New"/>
                <a:ea typeface="Courier New"/>
                <a:cs typeface="Courier New"/>
                <a:sym typeface="Courier New"/>
              </a:rPr>
              <a:t>"1"</a:t>
            </a:r>
            <a:r>
              <a:rPr lang="en" sz="2000">
                <a:solidFill>
                  <a:srgbClr val="F8F8F2"/>
                </a:solidFill>
                <a:highlight>
                  <a:srgbClr val="272822"/>
                </a:highlight>
                <a:latin typeface="Courier New"/>
                <a:ea typeface="Courier New"/>
                <a:cs typeface="Courier New"/>
                <a:sym typeface="Courier New"/>
              </a:rPr>
              <a:t>&gt;</a:t>
            </a:r>
            <a:endParaRPr sz="20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2000">
                <a:solidFill>
                  <a:srgbClr val="F8F8F2"/>
                </a:solidFill>
                <a:highlight>
                  <a:srgbClr val="272822"/>
                </a:highlight>
                <a:latin typeface="Courier New"/>
                <a:ea typeface="Courier New"/>
                <a:cs typeface="Courier New"/>
                <a:sym typeface="Courier New"/>
              </a:rPr>
              <a:t>   &lt;</a:t>
            </a:r>
            <a:r>
              <a:rPr lang="en" sz="2000">
                <a:solidFill>
                  <a:srgbClr val="F92672"/>
                </a:solidFill>
                <a:highlight>
                  <a:srgbClr val="272822"/>
                </a:highlight>
                <a:latin typeface="Courier New"/>
                <a:ea typeface="Courier New"/>
                <a:cs typeface="Courier New"/>
                <a:sym typeface="Courier New"/>
              </a:rPr>
              <a:t>li</a:t>
            </a:r>
            <a:r>
              <a:rPr lang="en" sz="2000">
                <a:solidFill>
                  <a:srgbClr val="F8F8F2"/>
                </a:solidFill>
                <a:highlight>
                  <a:srgbClr val="272822"/>
                </a:highlight>
                <a:latin typeface="Courier New"/>
                <a:ea typeface="Courier New"/>
                <a:cs typeface="Courier New"/>
                <a:sym typeface="Courier New"/>
              </a:rPr>
              <a:t>&gt;Bread&lt;/</a:t>
            </a:r>
            <a:r>
              <a:rPr lang="en" sz="2000">
                <a:solidFill>
                  <a:srgbClr val="F92672"/>
                </a:solidFill>
                <a:highlight>
                  <a:srgbClr val="272822"/>
                </a:highlight>
                <a:latin typeface="Courier New"/>
                <a:ea typeface="Courier New"/>
                <a:cs typeface="Courier New"/>
                <a:sym typeface="Courier New"/>
              </a:rPr>
              <a:t>li</a:t>
            </a:r>
            <a:r>
              <a:rPr lang="en" sz="2000">
                <a:solidFill>
                  <a:srgbClr val="F8F8F2"/>
                </a:solidFill>
                <a:highlight>
                  <a:srgbClr val="272822"/>
                </a:highlight>
                <a:latin typeface="Courier New"/>
                <a:ea typeface="Courier New"/>
                <a:cs typeface="Courier New"/>
                <a:sym typeface="Courier New"/>
              </a:rPr>
              <a:t>&gt;</a:t>
            </a:r>
            <a:endParaRPr sz="20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2000">
                <a:solidFill>
                  <a:srgbClr val="F8F8F2"/>
                </a:solidFill>
                <a:highlight>
                  <a:srgbClr val="272822"/>
                </a:highlight>
                <a:latin typeface="Courier New"/>
                <a:ea typeface="Courier New"/>
                <a:cs typeface="Courier New"/>
                <a:sym typeface="Courier New"/>
              </a:rPr>
              <a:t>   &lt;</a:t>
            </a:r>
            <a:r>
              <a:rPr lang="en" sz="2000">
                <a:solidFill>
                  <a:srgbClr val="F92672"/>
                </a:solidFill>
                <a:highlight>
                  <a:srgbClr val="272822"/>
                </a:highlight>
                <a:latin typeface="Courier New"/>
                <a:ea typeface="Courier New"/>
                <a:cs typeface="Courier New"/>
                <a:sym typeface="Courier New"/>
              </a:rPr>
              <a:t>li</a:t>
            </a:r>
            <a:r>
              <a:rPr lang="en" sz="2000">
                <a:solidFill>
                  <a:srgbClr val="F8F8F2"/>
                </a:solidFill>
                <a:highlight>
                  <a:srgbClr val="272822"/>
                </a:highlight>
                <a:latin typeface="Courier New"/>
                <a:ea typeface="Courier New"/>
                <a:cs typeface="Courier New"/>
                <a:sym typeface="Courier New"/>
              </a:rPr>
              <a:t>&gt;Milk&lt;/</a:t>
            </a:r>
            <a:r>
              <a:rPr lang="en" sz="2000">
                <a:solidFill>
                  <a:srgbClr val="F92672"/>
                </a:solidFill>
                <a:highlight>
                  <a:srgbClr val="272822"/>
                </a:highlight>
                <a:latin typeface="Courier New"/>
                <a:ea typeface="Courier New"/>
                <a:cs typeface="Courier New"/>
                <a:sym typeface="Courier New"/>
              </a:rPr>
              <a:t>li</a:t>
            </a:r>
            <a:r>
              <a:rPr lang="en" sz="2000">
                <a:solidFill>
                  <a:srgbClr val="F8F8F2"/>
                </a:solidFill>
                <a:highlight>
                  <a:srgbClr val="272822"/>
                </a:highlight>
                <a:latin typeface="Courier New"/>
                <a:ea typeface="Courier New"/>
                <a:cs typeface="Courier New"/>
                <a:sym typeface="Courier New"/>
              </a:rPr>
              <a:t>&gt;</a:t>
            </a:r>
            <a:endParaRPr sz="20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2000">
                <a:solidFill>
                  <a:srgbClr val="F8F8F2"/>
                </a:solidFill>
                <a:highlight>
                  <a:srgbClr val="272822"/>
                </a:highlight>
                <a:latin typeface="Courier New"/>
                <a:ea typeface="Courier New"/>
                <a:cs typeface="Courier New"/>
                <a:sym typeface="Courier New"/>
              </a:rPr>
              <a:t>&lt;/</a:t>
            </a:r>
            <a:r>
              <a:rPr lang="en" sz="2000">
                <a:solidFill>
                  <a:srgbClr val="F92672"/>
                </a:solidFill>
                <a:highlight>
                  <a:srgbClr val="272822"/>
                </a:highlight>
                <a:latin typeface="Courier New"/>
                <a:ea typeface="Courier New"/>
                <a:cs typeface="Courier New"/>
                <a:sym typeface="Courier New"/>
              </a:rPr>
              <a:t>ol</a:t>
            </a:r>
            <a:r>
              <a:rPr lang="en" sz="2000">
                <a:solidFill>
                  <a:srgbClr val="F8F8F2"/>
                </a:solidFill>
                <a:highlight>
                  <a:srgbClr val="272822"/>
                </a:highlight>
                <a:latin typeface="Courier New"/>
                <a:ea typeface="Courier New"/>
                <a:cs typeface="Courier New"/>
                <a:sym typeface="Courier New"/>
              </a:rPr>
              <a:t>&gt;</a:t>
            </a:r>
            <a:endParaRPr sz="2000"/>
          </a:p>
        </p:txBody>
      </p:sp>
      <p:pic>
        <p:nvPicPr>
          <p:cNvPr id="413" name="Google Shape;413;p55"/>
          <p:cNvPicPr preferRelativeResize="0"/>
          <p:nvPr/>
        </p:nvPicPr>
        <p:blipFill rotWithShape="1">
          <a:blip r:embed="rId3">
            <a:alphaModFix/>
          </a:blip>
          <a:srcRect b="80485" l="0" r="0" t="0"/>
          <a:stretch/>
        </p:blipFill>
        <p:spPr>
          <a:xfrm>
            <a:off x="5303575" y="2053825"/>
            <a:ext cx="2602825" cy="805125"/>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56"/>
          <p:cNvSpPr txBox="1"/>
          <p:nvPr/>
        </p:nvSpPr>
        <p:spPr>
          <a:xfrm>
            <a:off x="311700" y="850900"/>
            <a:ext cx="4792200" cy="1723800"/>
          </a:xfrm>
          <a:prstGeom prst="rect">
            <a:avLst/>
          </a:prstGeom>
          <a:solidFill>
            <a:schemeClr val="dk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rgbClr val="F8F8F2"/>
                </a:solidFill>
                <a:highlight>
                  <a:srgbClr val="272822"/>
                </a:highlight>
                <a:latin typeface="Courier New"/>
                <a:ea typeface="Courier New"/>
                <a:cs typeface="Courier New"/>
                <a:sym typeface="Courier New"/>
              </a:rPr>
              <a:t>type="A", uppercase letters</a:t>
            </a:r>
            <a:endParaRPr b="0" i="0" sz="2000" u="none" cap="none" strike="noStrike">
              <a:solidFill>
                <a:srgbClr val="F8F8F2"/>
              </a:solidFill>
              <a:highlight>
                <a:srgbClr val="272822"/>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rgbClr val="F8F8F2"/>
                </a:solidFill>
                <a:highlight>
                  <a:srgbClr val="272822"/>
                </a:highlight>
                <a:latin typeface="Courier New"/>
                <a:ea typeface="Courier New"/>
                <a:cs typeface="Courier New"/>
                <a:sym typeface="Courier New"/>
              </a:rPr>
              <a:t>&lt;</a:t>
            </a:r>
            <a:r>
              <a:rPr b="0" i="0" lang="en" sz="2000" u="none" cap="none" strike="noStrike">
                <a:solidFill>
                  <a:srgbClr val="F92672"/>
                </a:solidFill>
                <a:highlight>
                  <a:srgbClr val="272822"/>
                </a:highlight>
                <a:latin typeface="Courier New"/>
                <a:ea typeface="Courier New"/>
                <a:cs typeface="Courier New"/>
                <a:sym typeface="Courier New"/>
              </a:rPr>
              <a:t>ol</a:t>
            </a:r>
            <a:r>
              <a:rPr b="0" i="0" lang="en" sz="2000" u="none" cap="none" strike="noStrike">
                <a:solidFill>
                  <a:srgbClr val="F8F8F2"/>
                </a:solidFill>
                <a:highlight>
                  <a:srgbClr val="272822"/>
                </a:highlight>
                <a:latin typeface="Courier New"/>
                <a:ea typeface="Courier New"/>
                <a:cs typeface="Courier New"/>
                <a:sym typeface="Courier New"/>
              </a:rPr>
              <a:t> </a:t>
            </a:r>
            <a:r>
              <a:rPr b="0" i="0" lang="en" sz="2000" u="none" cap="none" strike="noStrike">
                <a:solidFill>
                  <a:srgbClr val="A6E22E"/>
                </a:solidFill>
                <a:highlight>
                  <a:srgbClr val="272822"/>
                </a:highlight>
                <a:latin typeface="Courier New"/>
                <a:ea typeface="Courier New"/>
                <a:cs typeface="Courier New"/>
                <a:sym typeface="Courier New"/>
              </a:rPr>
              <a:t>type</a:t>
            </a:r>
            <a:r>
              <a:rPr b="0" i="0" lang="en" sz="2000" u="none" cap="none" strike="noStrike">
                <a:solidFill>
                  <a:srgbClr val="F8F8F2"/>
                </a:solidFill>
                <a:highlight>
                  <a:srgbClr val="272822"/>
                </a:highlight>
                <a:latin typeface="Courier New"/>
                <a:ea typeface="Courier New"/>
                <a:cs typeface="Courier New"/>
                <a:sym typeface="Courier New"/>
              </a:rPr>
              <a:t>=</a:t>
            </a:r>
            <a:r>
              <a:rPr b="0" i="0" lang="en" sz="2000" u="none" cap="none" strike="noStrike">
                <a:solidFill>
                  <a:srgbClr val="E6DB74"/>
                </a:solidFill>
                <a:highlight>
                  <a:srgbClr val="272822"/>
                </a:highlight>
                <a:latin typeface="Courier New"/>
                <a:ea typeface="Courier New"/>
                <a:cs typeface="Courier New"/>
                <a:sym typeface="Courier New"/>
              </a:rPr>
              <a:t>"A"</a:t>
            </a:r>
            <a:r>
              <a:rPr b="0" i="0" lang="en" sz="2000" u="none" cap="none" strike="noStrike">
                <a:solidFill>
                  <a:srgbClr val="F8F8F2"/>
                </a:solidFill>
                <a:highlight>
                  <a:srgbClr val="272822"/>
                </a:highlight>
                <a:latin typeface="Courier New"/>
                <a:ea typeface="Courier New"/>
                <a:cs typeface="Courier New"/>
                <a:sym typeface="Courier New"/>
              </a:rPr>
              <a:t>&gt;</a:t>
            </a:r>
            <a:endParaRPr b="0" i="0" sz="2000" u="none" cap="none" strike="noStrike">
              <a:solidFill>
                <a:srgbClr val="F8F8F2"/>
              </a:solidFill>
              <a:highlight>
                <a:srgbClr val="272822"/>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rgbClr val="F8F8F2"/>
                </a:solidFill>
                <a:highlight>
                  <a:srgbClr val="272822"/>
                </a:highlight>
                <a:latin typeface="Courier New"/>
                <a:ea typeface="Courier New"/>
                <a:cs typeface="Courier New"/>
                <a:sym typeface="Courier New"/>
              </a:rPr>
              <a:t>   &lt;</a:t>
            </a:r>
            <a:r>
              <a:rPr b="0" i="0" lang="en" sz="2000" u="none" cap="none" strike="noStrike">
                <a:solidFill>
                  <a:srgbClr val="F92672"/>
                </a:solidFill>
                <a:highlight>
                  <a:srgbClr val="272822"/>
                </a:highlight>
                <a:latin typeface="Courier New"/>
                <a:ea typeface="Courier New"/>
                <a:cs typeface="Courier New"/>
                <a:sym typeface="Courier New"/>
              </a:rPr>
              <a:t>li</a:t>
            </a:r>
            <a:r>
              <a:rPr b="0" i="0" lang="en" sz="2000" u="none" cap="none" strike="noStrike">
                <a:solidFill>
                  <a:srgbClr val="F8F8F2"/>
                </a:solidFill>
                <a:highlight>
                  <a:srgbClr val="272822"/>
                </a:highlight>
                <a:latin typeface="Courier New"/>
                <a:ea typeface="Courier New"/>
                <a:cs typeface="Courier New"/>
                <a:sym typeface="Courier New"/>
              </a:rPr>
              <a:t>&gt;Bread&lt;/</a:t>
            </a:r>
            <a:r>
              <a:rPr b="0" i="0" lang="en" sz="2000" u="none" cap="none" strike="noStrike">
                <a:solidFill>
                  <a:srgbClr val="F92672"/>
                </a:solidFill>
                <a:highlight>
                  <a:srgbClr val="272822"/>
                </a:highlight>
                <a:latin typeface="Courier New"/>
                <a:ea typeface="Courier New"/>
                <a:cs typeface="Courier New"/>
                <a:sym typeface="Courier New"/>
              </a:rPr>
              <a:t>li</a:t>
            </a:r>
            <a:r>
              <a:rPr b="0" i="0" lang="en" sz="2000" u="none" cap="none" strike="noStrike">
                <a:solidFill>
                  <a:srgbClr val="F8F8F2"/>
                </a:solidFill>
                <a:highlight>
                  <a:srgbClr val="272822"/>
                </a:highlight>
                <a:latin typeface="Courier New"/>
                <a:ea typeface="Courier New"/>
                <a:cs typeface="Courier New"/>
                <a:sym typeface="Courier New"/>
              </a:rPr>
              <a:t>&gt;</a:t>
            </a:r>
            <a:endParaRPr b="0" i="0" sz="2000" u="none" cap="none" strike="noStrike">
              <a:solidFill>
                <a:srgbClr val="F8F8F2"/>
              </a:solidFill>
              <a:highlight>
                <a:srgbClr val="272822"/>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rgbClr val="F8F8F2"/>
                </a:solidFill>
                <a:highlight>
                  <a:srgbClr val="272822"/>
                </a:highlight>
                <a:latin typeface="Courier New"/>
                <a:ea typeface="Courier New"/>
                <a:cs typeface="Courier New"/>
                <a:sym typeface="Courier New"/>
              </a:rPr>
              <a:t>   &lt;</a:t>
            </a:r>
            <a:r>
              <a:rPr b="0" i="0" lang="en" sz="2000" u="none" cap="none" strike="noStrike">
                <a:solidFill>
                  <a:srgbClr val="F92672"/>
                </a:solidFill>
                <a:highlight>
                  <a:srgbClr val="272822"/>
                </a:highlight>
                <a:latin typeface="Courier New"/>
                <a:ea typeface="Courier New"/>
                <a:cs typeface="Courier New"/>
                <a:sym typeface="Courier New"/>
              </a:rPr>
              <a:t>li</a:t>
            </a:r>
            <a:r>
              <a:rPr b="0" i="0" lang="en" sz="2000" u="none" cap="none" strike="noStrike">
                <a:solidFill>
                  <a:srgbClr val="F8F8F2"/>
                </a:solidFill>
                <a:highlight>
                  <a:srgbClr val="272822"/>
                </a:highlight>
                <a:latin typeface="Courier New"/>
                <a:ea typeface="Courier New"/>
                <a:cs typeface="Courier New"/>
                <a:sym typeface="Courier New"/>
              </a:rPr>
              <a:t>&gt;Milk&lt;/</a:t>
            </a:r>
            <a:r>
              <a:rPr b="0" i="0" lang="en" sz="2000" u="none" cap="none" strike="noStrike">
                <a:solidFill>
                  <a:srgbClr val="F92672"/>
                </a:solidFill>
                <a:highlight>
                  <a:srgbClr val="272822"/>
                </a:highlight>
                <a:latin typeface="Courier New"/>
                <a:ea typeface="Courier New"/>
                <a:cs typeface="Courier New"/>
                <a:sym typeface="Courier New"/>
              </a:rPr>
              <a:t>li</a:t>
            </a:r>
            <a:r>
              <a:rPr b="0" i="0" lang="en" sz="2000" u="none" cap="none" strike="noStrike">
                <a:solidFill>
                  <a:srgbClr val="F8F8F2"/>
                </a:solidFill>
                <a:highlight>
                  <a:srgbClr val="272822"/>
                </a:highlight>
                <a:latin typeface="Courier New"/>
                <a:ea typeface="Courier New"/>
                <a:cs typeface="Courier New"/>
                <a:sym typeface="Courier New"/>
              </a:rPr>
              <a:t>&gt;</a:t>
            </a:r>
            <a:endParaRPr b="0" i="0" sz="2000" u="none" cap="none" strike="noStrike">
              <a:solidFill>
                <a:srgbClr val="F8F8F2"/>
              </a:solidFill>
              <a:highlight>
                <a:srgbClr val="272822"/>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rgbClr val="F8F8F2"/>
                </a:solidFill>
                <a:highlight>
                  <a:srgbClr val="272822"/>
                </a:highlight>
                <a:latin typeface="Courier New"/>
                <a:ea typeface="Courier New"/>
                <a:cs typeface="Courier New"/>
                <a:sym typeface="Courier New"/>
              </a:rPr>
              <a:t>&lt;/</a:t>
            </a:r>
            <a:r>
              <a:rPr b="0" i="0" lang="en" sz="2000" u="none" cap="none" strike="noStrike">
                <a:solidFill>
                  <a:srgbClr val="F92672"/>
                </a:solidFill>
                <a:highlight>
                  <a:srgbClr val="272822"/>
                </a:highlight>
                <a:latin typeface="Courier New"/>
                <a:ea typeface="Courier New"/>
                <a:cs typeface="Courier New"/>
                <a:sym typeface="Courier New"/>
              </a:rPr>
              <a:t>ol</a:t>
            </a:r>
            <a:r>
              <a:rPr b="0" i="0" lang="en" sz="2000" u="none" cap="none" strike="noStrike">
                <a:solidFill>
                  <a:srgbClr val="F8F8F2"/>
                </a:solidFill>
                <a:highlight>
                  <a:srgbClr val="272822"/>
                </a:highlight>
                <a:latin typeface="Courier New"/>
                <a:ea typeface="Courier New"/>
                <a:cs typeface="Courier New"/>
                <a:sym typeface="Courier New"/>
              </a:rPr>
              <a:t>&gt;</a:t>
            </a:r>
            <a:endParaRPr b="0" i="0" sz="2000" u="none" cap="none" strike="noStrike">
              <a:solidFill>
                <a:srgbClr val="000000"/>
              </a:solidFill>
              <a:latin typeface="Proxima Nova"/>
              <a:ea typeface="Proxima Nova"/>
              <a:cs typeface="Proxima Nova"/>
              <a:sym typeface="Proxima Nova"/>
            </a:endParaRPr>
          </a:p>
        </p:txBody>
      </p:sp>
      <p:sp>
        <p:nvSpPr>
          <p:cNvPr id="419" name="Google Shape;419;p56"/>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Ordered List - Uppercase Letters</a:t>
            </a:r>
            <a:endParaRPr/>
          </a:p>
        </p:txBody>
      </p:sp>
      <p:pic>
        <p:nvPicPr>
          <p:cNvPr id="420" name="Google Shape;420;p56"/>
          <p:cNvPicPr preferRelativeResize="0"/>
          <p:nvPr/>
        </p:nvPicPr>
        <p:blipFill rotWithShape="1">
          <a:blip r:embed="rId3">
            <a:alphaModFix/>
          </a:blip>
          <a:srcRect b="62716" l="0" r="0" t="17757"/>
          <a:stretch/>
        </p:blipFill>
        <p:spPr>
          <a:xfrm>
            <a:off x="6003450" y="1584625"/>
            <a:ext cx="2602825" cy="805525"/>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57"/>
          <p:cNvSpPr txBox="1"/>
          <p:nvPr/>
        </p:nvSpPr>
        <p:spPr>
          <a:xfrm>
            <a:off x="311700" y="850900"/>
            <a:ext cx="4303500" cy="1723800"/>
          </a:xfrm>
          <a:prstGeom prst="rect">
            <a:avLst/>
          </a:prstGeom>
          <a:solidFill>
            <a:schemeClr val="dk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rgbClr val="F8F8F2"/>
                </a:solidFill>
                <a:highlight>
                  <a:srgbClr val="272822"/>
                </a:highlight>
                <a:latin typeface="Courier New"/>
                <a:ea typeface="Courier New"/>
                <a:cs typeface="Courier New"/>
                <a:sym typeface="Courier New"/>
              </a:rPr>
              <a:t>type="a", lowercase letters</a:t>
            </a:r>
            <a:endParaRPr b="0" i="0" sz="2000" u="none" cap="none" strike="noStrike">
              <a:solidFill>
                <a:srgbClr val="F8F8F2"/>
              </a:solidFill>
              <a:highlight>
                <a:srgbClr val="272822"/>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rgbClr val="F8F8F2"/>
                </a:solidFill>
                <a:highlight>
                  <a:srgbClr val="272822"/>
                </a:highlight>
                <a:latin typeface="Courier New"/>
                <a:ea typeface="Courier New"/>
                <a:cs typeface="Courier New"/>
                <a:sym typeface="Courier New"/>
              </a:rPr>
              <a:t>&lt;</a:t>
            </a:r>
            <a:r>
              <a:rPr b="0" i="0" lang="en" sz="2000" u="none" cap="none" strike="noStrike">
                <a:solidFill>
                  <a:srgbClr val="F92672"/>
                </a:solidFill>
                <a:highlight>
                  <a:srgbClr val="272822"/>
                </a:highlight>
                <a:latin typeface="Courier New"/>
                <a:ea typeface="Courier New"/>
                <a:cs typeface="Courier New"/>
                <a:sym typeface="Courier New"/>
              </a:rPr>
              <a:t>ol</a:t>
            </a:r>
            <a:r>
              <a:rPr b="0" i="0" lang="en" sz="2000" u="none" cap="none" strike="noStrike">
                <a:solidFill>
                  <a:srgbClr val="F8F8F2"/>
                </a:solidFill>
                <a:highlight>
                  <a:srgbClr val="272822"/>
                </a:highlight>
                <a:latin typeface="Courier New"/>
                <a:ea typeface="Courier New"/>
                <a:cs typeface="Courier New"/>
                <a:sym typeface="Courier New"/>
              </a:rPr>
              <a:t> </a:t>
            </a:r>
            <a:r>
              <a:rPr b="0" i="0" lang="en" sz="2000" u="none" cap="none" strike="noStrike">
                <a:solidFill>
                  <a:srgbClr val="A6E22E"/>
                </a:solidFill>
                <a:highlight>
                  <a:srgbClr val="272822"/>
                </a:highlight>
                <a:latin typeface="Courier New"/>
                <a:ea typeface="Courier New"/>
                <a:cs typeface="Courier New"/>
                <a:sym typeface="Courier New"/>
              </a:rPr>
              <a:t>type</a:t>
            </a:r>
            <a:r>
              <a:rPr b="0" i="0" lang="en" sz="2000" u="none" cap="none" strike="noStrike">
                <a:solidFill>
                  <a:srgbClr val="F8F8F2"/>
                </a:solidFill>
                <a:highlight>
                  <a:srgbClr val="272822"/>
                </a:highlight>
                <a:latin typeface="Courier New"/>
                <a:ea typeface="Courier New"/>
                <a:cs typeface="Courier New"/>
                <a:sym typeface="Courier New"/>
              </a:rPr>
              <a:t>=</a:t>
            </a:r>
            <a:r>
              <a:rPr b="0" i="0" lang="en" sz="2000" u="none" cap="none" strike="noStrike">
                <a:solidFill>
                  <a:srgbClr val="E6DB74"/>
                </a:solidFill>
                <a:highlight>
                  <a:srgbClr val="272822"/>
                </a:highlight>
                <a:latin typeface="Courier New"/>
                <a:ea typeface="Courier New"/>
                <a:cs typeface="Courier New"/>
                <a:sym typeface="Courier New"/>
              </a:rPr>
              <a:t>"a"</a:t>
            </a:r>
            <a:r>
              <a:rPr b="0" i="0" lang="en" sz="2000" u="none" cap="none" strike="noStrike">
                <a:solidFill>
                  <a:srgbClr val="F8F8F2"/>
                </a:solidFill>
                <a:highlight>
                  <a:srgbClr val="272822"/>
                </a:highlight>
                <a:latin typeface="Courier New"/>
                <a:ea typeface="Courier New"/>
                <a:cs typeface="Courier New"/>
                <a:sym typeface="Courier New"/>
              </a:rPr>
              <a:t>&gt;</a:t>
            </a:r>
            <a:endParaRPr b="0" i="0" sz="2000" u="none" cap="none" strike="noStrike">
              <a:solidFill>
                <a:srgbClr val="F8F8F2"/>
              </a:solidFill>
              <a:highlight>
                <a:srgbClr val="272822"/>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rgbClr val="F8F8F2"/>
                </a:solidFill>
                <a:highlight>
                  <a:srgbClr val="272822"/>
                </a:highlight>
                <a:latin typeface="Courier New"/>
                <a:ea typeface="Courier New"/>
                <a:cs typeface="Courier New"/>
                <a:sym typeface="Courier New"/>
              </a:rPr>
              <a:t>   &lt;</a:t>
            </a:r>
            <a:r>
              <a:rPr b="0" i="0" lang="en" sz="2000" u="none" cap="none" strike="noStrike">
                <a:solidFill>
                  <a:srgbClr val="F92672"/>
                </a:solidFill>
                <a:highlight>
                  <a:srgbClr val="272822"/>
                </a:highlight>
                <a:latin typeface="Courier New"/>
                <a:ea typeface="Courier New"/>
                <a:cs typeface="Courier New"/>
                <a:sym typeface="Courier New"/>
              </a:rPr>
              <a:t>li</a:t>
            </a:r>
            <a:r>
              <a:rPr b="0" i="0" lang="en" sz="2000" u="none" cap="none" strike="noStrike">
                <a:solidFill>
                  <a:srgbClr val="F8F8F2"/>
                </a:solidFill>
                <a:highlight>
                  <a:srgbClr val="272822"/>
                </a:highlight>
                <a:latin typeface="Courier New"/>
                <a:ea typeface="Courier New"/>
                <a:cs typeface="Courier New"/>
                <a:sym typeface="Courier New"/>
              </a:rPr>
              <a:t>&gt;Bread&lt;/</a:t>
            </a:r>
            <a:r>
              <a:rPr b="0" i="0" lang="en" sz="2000" u="none" cap="none" strike="noStrike">
                <a:solidFill>
                  <a:srgbClr val="F92672"/>
                </a:solidFill>
                <a:highlight>
                  <a:srgbClr val="272822"/>
                </a:highlight>
                <a:latin typeface="Courier New"/>
                <a:ea typeface="Courier New"/>
                <a:cs typeface="Courier New"/>
                <a:sym typeface="Courier New"/>
              </a:rPr>
              <a:t>li</a:t>
            </a:r>
            <a:r>
              <a:rPr b="0" i="0" lang="en" sz="2000" u="none" cap="none" strike="noStrike">
                <a:solidFill>
                  <a:srgbClr val="F8F8F2"/>
                </a:solidFill>
                <a:highlight>
                  <a:srgbClr val="272822"/>
                </a:highlight>
                <a:latin typeface="Courier New"/>
                <a:ea typeface="Courier New"/>
                <a:cs typeface="Courier New"/>
                <a:sym typeface="Courier New"/>
              </a:rPr>
              <a:t>&gt;</a:t>
            </a:r>
            <a:endParaRPr b="0" i="0" sz="2000" u="none" cap="none" strike="noStrike">
              <a:solidFill>
                <a:srgbClr val="F8F8F2"/>
              </a:solidFill>
              <a:highlight>
                <a:srgbClr val="272822"/>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rgbClr val="F8F8F2"/>
                </a:solidFill>
                <a:highlight>
                  <a:srgbClr val="272822"/>
                </a:highlight>
                <a:latin typeface="Courier New"/>
                <a:ea typeface="Courier New"/>
                <a:cs typeface="Courier New"/>
                <a:sym typeface="Courier New"/>
              </a:rPr>
              <a:t>   &lt;</a:t>
            </a:r>
            <a:r>
              <a:rPr b="0" i="0" lang="en" sz="2000" u="none" cap="none" strike="noStrike">
                <a:solidFill>
                  <a:srgbClr val="F92672"/>
                </a:solidFill>
                <a:highlight>
                  <a:srgbClr val="272822"/>
                </a:highlight>
                <a:latin typeface="Courier New"/>
                <a:ea typeface="Courier New"/>
                <a:cs typeface="Courier New"/>
                <a:sym typeface="Courier New"/>
              </a:rPr>
              <a:t>li</a:t>
            </a:r>
            <a:r>
              <a:rPr b="0" i="0" lang="en" sz="2000" u="none" cap="none" strike="noStrike">
                <a:solidFill>
                  <a:srgbClr val="F8F8F2"/>
                </a:solidFill>
                <a:highlight>
                  <a:srgbClr val="272822"/>
                </a:highlight>
                <a:latin typeface="Courier New"/>
                <a:ea typeface="Courier New"/>
                <a:cs typeface="Courier New"/>
                <a:sym typeface="Courier New"/>
              </a:rPr>
              <a:t>&gt;Milk&lt;/</a:t>
            </a:r>
            <a:r>
              <a:rPr b="0" i="0" lang="en" sz="2000" u="none" cap="none" strike="noStrike">
                <a:solidFill>
                  <a:srgbClr val="F92672"/>
                </a:solidFill>
                <a:highlight>
                  <a:srgbClr val="272822"/>
                </a:highlight>
                <a:latin typeface="Courier New"/>
                <a:ea typeface="Courier New"/>
                <a:cs typeface="Courier New"/>
                <a:sym typeface="Courier New"/>
              </a:rPr>
              <a:t>li</a:t>
            </a:r>
            <a:r>
              <a:rPr b="0" i="0" lang="en" sz="2000" u="none" cap="none" strike="noStrike">
                <a:solidFill>
                  <a:srgbClr val="F8F8F2"/>
                </a:solidFill>
                <a:highlight>
                  <a:srgbClr val="272822"/>
                </a:highlight>
                <a:latin typeface="Courier New"/>
                <a:ea typeface="Courier New"/>
                <a:cs typeface="Courier New"/>
                <a:sym typeface="Courier New"/>
              </a:rPr>
              <a:t>&gt;</a:t>
            </a:r>
            <a:endParaRPr b="0" i="0" sz="2000" u="none" cap="none" strike="noStrike">
              <a:solidFill>
                <a:srgbClr val="F8F8F2"/>
              </a:solidFill>
              <a:highlight>
                <a:srgbClr val="272822"/>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rgbClr val="F8F8F2"/>
                </a:solidFill>
                <a:highlight>
                  <a:srgbClr val="272822"/>
                </a:highlight>
                <a:latin typeface="Courier New"/>
                <a:ea typeface="Courier New"/>
                <a:cs typeface="Courier New"/>
                <a:sym typeface="Courier New"/>
              </a:rPr>
              <a:t>&lt;/</a:t>
            </a:r>
            <a:r>
              <a:rPr b="0" i="0" lang="en" sz="2000" u="none" cap="none" strike="noStrike">
                <a:solidFill>
                  <a:srgbClr val="F92672"/>
                </a:solidFill>
                <a:highlight>
                  <a:srgbClr val="272822"/>
                </a:highlight>
                <a:latin typeface="Courier New"/>
                <a:ea typeface="Courier New"/>
                <a:cs typeface="Courier New"/>
                <a:sym typeface="Courier New"/>
              </a:rPr>
              <a:t>ol</a:t>
            </a:r>
            <a:r>
              <a:rPr b="0" i="0" lang="en" sz="2000" u="none" cap="none" strike="noStrike">
                <a:solidFill>
                  <a:srgbClr val="F8F8F2"/>
                </a:solidFill>
                <a:highlight>
                  <a:srgbClr val="272822"/>
                </a:highlight>
                <a:latin typeface="Courier New"/>
                <a:ea typeface="Courier New"/>
                <a:cs typeface="Courier New"/>
                <a:sym typeface="Courier New"/>
              </a:rPr>
              <a:t>&gt;</a:t>
            </a:r>
            <a:endParaRPr b="0" i="0" sz="2000" u="none" cap="none" strike="noStrike">
              <a:solidFill>
                <a:srgbClr val="000000"/>
              </a:solidFill>
              <a:latin typeface="Proxima Nova"/>
              <a:ea typeface="Proxima Nova"/>
              <a:cs typeface="Proxima Nova"/>
              <a:sym typeface="Proxima Nova"/>
            </a:endParaRPr>
          </a:p>
        </p:txBody>
      </p:sp>
      <p:sp>
        <p:nvSpPr>
          <p:cNvPr id="426" name="Google Shape;426;p57"/>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Ordered List - Lowercase Letters</a:t>
            </a:r>
            <a:endParaRPr/>
          </a:p>
        </p:txBody>
      </p:sp>
      <p:pic>
        <p:nvPicPr>
          <p:cNvPr id="427" name="Google Shape;427;p57"/>
          <p:cNvPicPr preferRelativeResize="0"/>
          <p:nvPr/>
        </p:nvPicPr>
        <p:blipFill rotWithShape="1">
          <a:blip r:embed="rId3">
            <a:alphaModFix/>
          </a:blip>
          <a:srcRect b="0" l="0" r="0" t="0"/>
          <a:stretch/>
        </p:blipFill>
        <p:spPr>
          <a:xfrm>
            <a:off x="4755600" y="1259825"/>
            <a:ext cx="4076700" cy="2000250"/>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58"/>
          <p:cNvSpPr txBox="1"/>
          <p:nvPr/>
        </p:nvSpPr>
        <p:spPr>
          <a:xfrm>
            <a:off x="311700" y="850900"/>
            <a:ext cx="5247900" cy="1723800"/>
          </a:xfrm>
          <a:prstGeom prst="rect">
            <a:avLst/>
          </a:prstGeom>
          <a:solidFill>
            <a:schemeClr val="dk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rgbClr val="F8F8F2"/>
                </a:solidFill>
                <a:highlight>
                  <a:srgbClr val="272822"/>
                </a:highlight>
                <a:latin typeface="Courier New"/>
                <a:ea typeface="Courier New"/>
                <a:cs typeface="Courier New"/>
                <a:sym typeface="Courier New"/>
              </a:rPr>
              <a:t>type="I", uppercase Roman letters</a:t>
            </a:r>
            <a:endParaRPr b="0" i="0" sz="2000" u="none" cap="none" strike="noStrike">
              <a:solidFill>
                <a:srgbClr val="F8F8F2"/>
              </a:solidFill>
              <a:highlight>
                <a:srgbClr val="272822"/>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rgbClr val="F8F8F2"/>
                </a:solidFill>
                <a:highlight>
                  <a:srgbClr val="272822"/>
                </a:highlight>
                <a:latin typeface="Courier New"/>
                <a:ea typeface="Courier New"/>
                <a:cs typeface="Courier New"/>
                <a:sym typeface="Courier New"/>
              </a:rPr>
              <a:t>&lt;</a:t>
            </a:r>
            <a:r>
              <a:rPr b="0" i="0" lang="en" sz="2000" u="none" cap="none" strike="noStrike">
                <a:solidFill>
                  <a:srgbClr val="F92672"/>
                </a:solidFill>
                <a:highlight>
                  <a:srgbClr val="272822"/>
                </a:highlight>
                <a:latin typeface="Courier New"/>
                <a:ea typeface="Courier New"/>
                <a:cs typeface="Courier New"/>
                <a:sym typeface="Courier New"/>
              </a:rPr>
              <a:t>ol</a:t>
            </a:r>
            <a:r>
              <a:rPr b="0" i="0" lang="en" sz="2000" u="none" cap="none" strike="noStrike">
                <a:solidFill>
                  <a:srgbClr val="F8F8F2"/>
                </a:solidFill>
                <a:highlight>
                  <a:srgbClr val="272822"/>
                </a:highlight>
                <a:latin typeface="Courier New"/>
                <a:ea typeface="Courier New"/>
                <a:cs typeface="Courier New"/>
                <a:sym typeface="Courier New"/>
              </a:rPr>
              <a:t> </a:t>
            </a:r>
            <a:r>
              <a:rPr b="0" i="0" lang="en" sz="2000" u="none" cap="none" strike="noStrike">
                <a:solidFill>
                  <a:srgbClr val="A6E22E"/>
                </a:solidFill>
                <a:highlight>
                  <a:srgbClr val="272822"/>
                </a:highlight>
                <a:latin typeface="Courier New"/>
                <a:ea typeface="Courier New"/>
                <a:cs typeface="Courier New"/>
                <a:sym typeface="Courier New"/>
              </a:rPr>
              <a:t>type</a:t>
            </a:r>
            <a:r>
              <a:rPr b="0" i="0" lang="en" sz="2000" u="none" cap="none" strike="noStrike">
                <a:solidFill>
                  <a:srgbClr val="F8F8F2"/>
                </a:solidFill>
                <a:highlight>
                  <a:srgbClr val="272822"/>
                </a:highlight>
                <a:latin typeface="Courier New"/>
                <a:ea typeface="Courier New"/>
                <a:cs typeface="Courier New"/>
                <a:sym typeface="Courier New"/>
              </a:rPr>
              <a:t>=</a:t>
            </a:r>
            <a:r>
              <a:rPr b="0" i="0" lang="en" sz="2000" u="none" cap="none" strike="noStrike">
                <a:solidFill>
                  <a:srgbClr val="E6DB74"/>
                </a:solidFill>
                <a:highlight>
                  <a:srgbClr val="272822"/>
                </a:highlight>
                <a:latin typeface="Courier New"/>
                <a:ea typeface="Courier New"/>
                <a:cs typeface="Courier New"/>
                <a:sym typeface="Courier New"/>
              </a:rPr>
              <a:t>"I"</a:t>
            </a:r>
            <a:r>
              <a:rPr b="0" i="0" lang="en" sz="2000" u="none" cap="none" strike="noStrike">
                <a:solidFill>
                  <a:srgbClr val="F8F8F2"/>
                </a:solidFill>
                <a:highlight>
                  <a:srgbClr val="272822"/>
                </a:highlight>
                <a:latin typeface="Courier New"/>
                <a:ea typeface="Courier New"/>
                <a:cs typeface="Courier New"/>
                <a:sym typeface="Courier New"/>
              </a:rPr>
              <a:t>&gt;</a:t>
            </a:r>
            <a:endParaRPr b="0" i="0" sz="2000" u="none" cap="none" strike="noStrike">
              <a:solidFill>
                <a:srgbClr val="F8F8F2"/>
              </a:solidFill>
              <a:highlight>
                <a:srgbClr val="272822"/>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rgbClr val="F8F8F2"/>
                </a:solidFill>
                <a:highlight>
                  <a:srgbClr val="272822"/>
                </a:highlight>
                <a:latin typeface="Courier New"/>
                <a:ea typeface="Courier New"/>
                <a:cs typeface="Courier New"/>
                <a:sym typeface="Courier New"/>
              </a:rPr>
              <a:t>   &lt;</a:t>
            </a:r>
            <a:r>
              <a:rPr b="0" i="0" lang="en" sz="2000" u="none" cap="none" strike="noStrike">
                <a:solidFill>
                  <a:srgbClr val="F92672"/>
                </a:solidFill>
                <a:highlight>
                  <a:srgbClr val="272822"/>
                </a:highlight>
                <a:latin typeface="Courier New"/>
                <a:ea typeface="Courier New"/>
                <a:cs typeface="Courier New"/>
                <a:sym typeface="Courier New"/>
              </a:rPr>
              <a:t>li</a:t>
            </a:r>
            <a:r>
              <a:rPr b="0" i="0" lang="en" sz="2000" u="none" cap="none" strike="noStrike">
                <a:solidFill>
                  <a:srgbClr val="F8F8F2"/>
                </a:solidFill>
                <a:highlight>
                  <a:srgbClr val="272822"/>
                </a:highlight>
                <a:latin typeface="Courier New"/>
                <a:ea typeface="Courier New"/>
                <a:cs typeface="Courier New"/>
                <a:sym typeface="Courier New"/>
              </a:rPr>
              <a:t>&gt;Bread&lt;/</a:t>
            </a:r>
            <a:r>
              <a:rPr b="0" i="0" lang="en" sz="2000" u="none" cap="none" strike="noStrike">
                <a:solidFill>
                  <a:srgbClr val="F92672"/>
                </a:solidFill>
                <a:highlight>
                  <a:srgbClr val="272822"/>
                </a:highlight>
                <a:latin typeface="Courier New"/>
                <a:ea typeface="Courier New"/>
                <a:cs typeface="Courier New"/>
                <a:sym typeface="Courier New"/>
              </a:rPr>
              <a:t>li</a:t>
            </a:r>
            <a:r>
              <a:rPr b="0" i="0" lang="en" sz="2000" u="none" cap="none" strike="noStrike">
                <a:solidFill>
                  <a:srgbClr val="F8F8F2"/>
                </a:solidFill>
                <a:highlight>
                  <a:srgbClr val="272822"/>
                </a:highlight>
                <a:latin typeface="Courier New"/>
                <a:ea typeface="Courier New"/>
                <a:cs typeface="Courier New"/>
                <a:sym typeface="Courier New"/>
              </a:rPr>
              <a:t>&gt;</a:t>
            </a:r>
            <a:endParaRPr b="0" i="0" sz="2000" u="none" cap="none" strike="noStrike">
              <a:solidFill>
                <a:srgbClr val="F8F8F2"/>
              </a:solidFill>
              <a:highlight>
                <a:srgbClr val="272822"/>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rgbClr val="F8F8F2"/>
                </a:solidFill>
                <a:highlight>
                  <a:srgbClr val="272822"/>
                </a:highlight>
                <a:latin typeface="Courier New"/>
                <a:ea typeface="Courier New"/>
                <a:cs typeface="Courier New"/>
                <a:sym typeface="Courier New"/>
              </a:rPr>
              <a:t>   &lt;</a:t>
            </a:r>
            <a:r>
              <a:rPr b="0" i="0" lang="en" sz="2000" u="none" cap="none" strike="noStrike">
                <a:solidFill>
                  <a:srgbClr val="F92672"/>
                </a:solidFill>
                <a:highlight>
                  <a:srgbClr val="272822"/>
                </a:highlight>
                <a:latin typeface="Courier New"/>
                <a:ea typeface="Courier New"/>
                <a:cs typeface="Courier New"/>
                <a:sym typeface="Courier New"/>
              </a:rPr>
              <a:t>li</a:t>
            </a:r>
            <a:r>
              <a:rPr b="0" i="0" lang="en" sz="2000" u="none" cap="none" strike="noStrike">
                <a:solidFill>
                  <a:srgbClr val="F8F8F2"/>
                </a:solidFill>
                <a:highlight>
                  <a:srgbClr val="272822"/>
                </a:highlight>
                <a:latin typeface="Courier New"/>
                <a:ea typeface="Courier New"/>
                <a:cs typeface="Courier New"/>
                <a:sym typeface="Courier New"/>
              </a:rPr>
              <a:t>&gt;Milk&lt;/</a:t>
            </a:r>
            <a:r>
              <a:rPr b="0" i="0" lang="en" sz="2000" u="none" cap="none" strike="noStrike">
                <a:solidFill>
                  <a:srgbClr val="F92672"/>
                </a:solidFill>
                <a:highlight>
                  <a:srgbClr val="272822"/>
                </a:highlight>
                <a:latin typeface="Courier New"/>
                <a:ea typeface="Courier New"/>
                <a:cs typeface="Courier New"/>
                <a:sym typeface="Courier New"/>
              </a:rPr>
              <a:t>li</a:t>
            </a:r>
            <a:r>
              <a:rPr b="0" i="0" lang="en" sz="2000" u="none" cap="none" strike="noStrike">
                <a:solidFill>
                  <a:srgbClr val="F8F8F2"/>
                </a:solidFill>
                <a:highlight>
                  <a:srgbClr val="272822"/>
                </a:highlight>
                <a:latin typeface="Courier New"/>
                <a:ea typeface="Courier New"/>
                <a:cs typeface="Courier New"/>
                <a:sym typeface="Courier New"/>
              </a:rPr>
              <a:t>&gt;</a:t>
            </a:r>
            <a:endParaRPr b="0" i="0" sz="2000" u="none" cap="none" strike="noStrike">
              <a:solidFill>
                <a:srgbClr val="F8F8F2"/>
              </a:solidFill>
              <a:highlight>
                <a:srgbClr val="272822"/>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rgbClr val="F8F8F2"/>
                </a:solidFill>
                <a:highlight>
                  <a:srgbClr val="272822"/>
                </a:highlight>
                <a:latin typeface="Courier New"/>
                <a:ea typeface="Courier New"/>
                <a:cs typeface="Courier New"/>
                <a:sym typeface="Courier New"/>
              </a:rPr>
              <a:t>&lt;/</a:t>
            </a:r>
            <a:r>
              <a:rPr b="0" i="0" lang="en" sz="2000" u="none" cap="none" strike="noStrike">
                <a:solidFill>
                  <a:srgbClr val="F92672"/>
                </a:solidFill>
                <a:highlight>
                  <a:srgbClr val="272822"/>
                </a:highlight>
                <a:latin typeface="Courier New"/>
                <a:ea typeface="Courier New"/>
                <a:cs typeface="Courier New"/>
                <a:sym typeface="Courier New"/>
              </a:rPr>
              <a:t>ol</a:t>
            </a:r>
            <a:r>
              <a:rPr b="0" i="0" lang="en" sz="2000" u="none" cap="none" strike="noStrike">
                <a:solidFill>
                  <a:srgbClr val="F8F8F2"/>
                </a:solidFill>
                <a:highlight>
                  <a:srgbClr val="272822"/>
                </a:highlight>
                <a:latin typeface="Courier New"/>
                <a:ea typeface="Courier New"/>
                <a:cs typeface="Courier New"/>
                <a:sym typeface="Courier New"/>
              </a:rPr>
              <a:t>&gt;</a:t>
            </a:r>
            <a:endParaRPr b="0" i="0" sz="2000" u="none" cap="none" strike="noStrike">
              <a:solidFill>
                <a:srgbClr val="000000"/>
              </a:solidFill>
              <a:latin typeface="Proxima Nova"/>
              <a:ea typeface="Proxima Nova"/>
              <a:cs typeface="Proxima Nova"/>
              <a:sym typeface="Proxima Nova"/>
            </a:endParaRPr>
          </a:p>
        </p:txBody>
      </p:sp>
      <p:sp>
        <p:nvSpPr>
          <p:cNvPr id="433" name="Google Shape;433;p58"/>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Ordered List - Uppercase Roman</a:t>
            </a:r>
            <a:endParaRPr/>
          </a:p>
        </p:txBody>
      </p:sp>
      <p:pic>
        <p:nvPicPr>
          <p:cNvPr id="434" name="Google Shape;434;p58"/>
          <p:cNvPicPr preferRelativeResize="0"/>
          <p:nvPr/>
        </p:nvPicPr>
        <p:blipFill rotWithShape="1">
          <a:blip r:embed="rId3">
            <a:alphaModFix/>
          </a:blip>
          <a:srcRect b="22360" l="0" r="0" t="55232"/>
          <a:stretch/>
        </p:blipFill>
        <p:spPr>
          <a:xfrm>
            <a:off x="5884625" y="1148875"/>
            <a:ext cx="2602825" cy="924376"/>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59"/>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Ordered List - Lowercase Roman</a:t>
            </a:r>
            <a:endParaRPr/>
          </a:p>
        </p:txBody>
      </p:sp>
      <p:sp>
        <p:nvSpPr>
          <p:cNvPr id="440" name="Google Shape;440;p59"/>
          <p:cNvSpPr txBox="1"/>
          <p:nvPr/>
        </p:nvSpPr>
        <p:spPr>
          <a:xfrm>
            <a:off x="311700" y="850900"/>
            <a:ext cx="5452500" cy="1723800"/>
          </a:xfrm>
          <a:prstGeom prst="rect">
            <a:avLst/>
          </a:prstGeom>
          <a:solidFill>
            <a:schemeClr val="dk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rgbClr val="F8F8F2"/>
                </a:solidFill>
                <a:highlight>
                  <a:srgbClr val="272822"/>
                </a:highlight>
                <a:latin typeface="Courier New"/>
                <a:ea typeface="Courier New"/>
                <a:cs typeface="Courier New"/>
                <a:sym typeface="Courier New"/>
              </a:rPr>
              <a:t>type="i", lowercase Roman letters</a:t>
            </a:r>
            <a:endParaRPr b="0" i="0" sz="2000" u="none" cap="none" strike="noStrike">
              <a:solidFill>
                <a:srgbClr val="F8F8F2"/>
              </a:solidFill>
              <a:highlight>
                <a:srgbClr val="272822"/>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rgbClr val="F8F8F2"/>
                </a:solidFill>
                <a:highlight>
                  <a:srgbClr val="272822"/>
                </a:highlight>
                <a:latin typeface="Courier New"/>
                <a:ea typeface="Courier New"/>
                <a:cs typeface="Courier New"/>
                <a:sym typeface="Courier New"/>
              </a:rPr>
              <a:t>&lt;</a:t>
            </a:r>
            <a:r>
              <a:rPr b="0" i="0" lang="en" sz="2000" u="none" cap="none" strike="noStrike">
                <a:solidFill>
                  <a:srgbClr val="F92672"/>
                </a:solidFill>
                <a:highlight>
                  <a:srgbClr val="272822"/>
                </a:highlight>
                <a:latin typeface="Courier New"/>
                <a:ea typeface="Courier New"/>
                <a:cs typeface="Courier New"/>
                <a:sym typeface="Courier New"/>
              </a:rPr>
              <a:t>ol</a:t>
            </a:r>
            <a:r>
              <a:rPr b="0" i="0" lang="en" sz="2000" u="none" cap="none" strike="noStrike">
                <a:solidFill>
                  <a:srgbClr val="F8F8F2"/>
                </a:solidFill>
                <a:highlight>
                  <a:srgbClr val="272822"/>
                </a:highlight>
                <a:latin typeface="Courier New"/>
                <a:ea typeface="Courier New"/>
                <a:cs typeface="Courier New"/>
                <a:sym typeface="Courier New"/>
              </a:rPr>
              <a:t> </a:t>
            </a:r>
            <a:r>
              <a:rPr b="0" i="0" lang="en" sz="2000" u="none" cap="none" strike="noStrike">
                <a:solidFill>
                  <a:srgbClr val="A6E22E"/>
                </a:solidFill>
                <a:highlight>
                  <a:srgbClr val="272822"/>
                </a:highlight>
                <a:latin typeface="Courier New"/>
                <a:ea typeface="Courier New"/>
                <a:cs typeface="Courier New"/>
                <a:sym typeface="Courier New"/>
              </a:rPr>
              <a:t>type</a:t>
            </a:r>
            <a:r>
              <a:rPr b="0" i="0" lang="en" sz="2000" u="none" cap="none" strike="noStrike">
                <a:solidFill>
                  <a:srgbClr val="F8F8F2"/>
                </a:solidFill>
                <a:highlight>
                  <a:srgbClr val="272822"/>
                </a:highlight>
                <a:latin typeface="Courier New"/>
                <a:ea typeface="Courier New"/>
                <a:cs typeface="Courier New"/>
                <a:sym typeface="Courier New"/>
              </a:rPr>
              <a:t>=</a:t>
            </a:r>
            <a:r>
              <a:rPr b="0" i="0" lang="en" sz="2000" u="none" cap="none" strike="noStrike">
                <a:solidFill>
                  <a:srgbClr val="E6DB74"/>
                </a:solidFill>
                <a:highlight>
                  <a:srgbClr val="272822"/>
                </a:highlight>
                <a:latin typeface="Courier New"/>
                <a:ea typeface="Courier New"/>
                <a:cs typeface="Courier New"/>
                <a:sym typeface="Courier New"/>
              </a:rPr>
              <a:t>"i"</a:t>
            </a:r>
            <a:r>
              <a:rPr b="0" i="0" lang="en" sz="2000" u="none" cap="none" strike="noStrike">
                <a:solidFill>
                  <a:srgbClr val="F8F8F2"/>
                </a:solidFill>
                <a:highlight>
                  <a:srgbClr val="272822"/>
                </a:highlight>
                <a:latin typeface="Courier New"/>
                <a:ea typeface="Courier New"/>
                <a:cs typeface="Courier New"/>
                <a:sym typeface="Courier New"/>
              </a:rPr>
              <a:t>&gt;</a:t>
            </a:r>
            <a:endParaRPr b="0" i="0" sz="2000" u="none" cap="none" strike="noStrike">
              <a:solidFill>
                <a:srgbClr val="F8F8F2"/>
              </a:solidFill>
              <a:highlight>
                <a:srgbClr val="272822"/>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rgbClr val="F8F8F2"/>
                </a:solidFill>
                <a:highlight>
                  <a:srgbClr val="272822"/>
                </a:highlight>
                <a:latin typeface="Courier New"/>
                <a:ea typeface="Courier New"/>
                <a:cs typeface="Courier New"/>
                <a:sym typeface="Courier New"/>
              </a:rPr>
              <a:t>   &lt;</a:t>
            </a:r>
            <a:r>
              <a:rPr b="0" i="0" lang="en" sz="2000" u="none" cap="none" strike="noStrike">
                <a:solidFill>
                  <a:srgbClr val="F92672"/>
                </a:solidFill>
                <a:highlight>
                  <a:srgbClr val="272822"/>
                </a:highlight>
                <a:latin typeface="Courier New"/>
                <a:ea typeface="Courier New"/>
                <a:cs typeface="Courier New"/>
                <a:sym typeface="Courier New"/>
              </a:rPr>
              <a:t>li</a:t>
            </a:r>
            <a:r>
              <a:rPr b="0" i="0" lang="en" sz="2000" u="none" cap="none" strike="noStrike">
                <a:solidFill>
                  <a:srgbClr val="F8F8F2"/>
                </a:solidFill>
                <a:highlight>
                  <a:srgbClr val="272822"/>
                </a:highlight>
                <a:latin typeface="Courier New"/>
                <a:ea typeface="Courier New"/>
                <a:cs typeface="Courier New"/>
                <a:sym typeface="Courier New"/>
              </a:rPr>
              <a:t>&gt;Bread&lt;/</a:t>
            </a:r>
            <a:r>
              <a:rPr b="0" i="0" lang="en" sz="2000" u="none" cap="none" strike="noStrike">
                <a:solidFill>
                  <a:srgbClr val="F92672"/>
                </a:solidFill>
                <a:highlight>
                  <a:srgbClr val="272822"/>
                </a:highlight>
                <a:latin typeface="Courier New"/>
                <a:ea typeface="Courier New"/>
                <a:cs typeface="Courier New"/>
                <a:sym typeface="Courier New"/>
              </a:rPr>
              <a:t>li</a:t>
            </a:r>
            <a:r>
              <a:rPr b="0" i="0" lang="en" sz="2000" u="none" cap="none" strike="noStrike">
                <a:solidFill>
                  <a:srgbClr val="F8F8F2"/>
                </a:solidFill>
                <a:highlight>
                  <a:srgbClr val="272822"/>
                </a:highlight>
                <a:latin typeface="Courier New"/>
                <a:ea typeface="Courier New"/>
                <a:cs typeface="Courier New"/>
                <a:sym typeface="Courier New"/>
              </a:rPr>
              <a:t>&gt;</a:t>
            </a:r>
            <a:endParaRPr b="0" i="0" sz="2000" u="none" cap="none" strike="noStrike">
              <a:solidFill>
                <a:srgbClr val="F8F8F2"/>
              </a:solidFill>
              <a:highlight>
                <a:srgbClr val="272822"/>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rgbClr val="F8F8F2"/>
                </a:solidFill>
                <a:highlight>
                  <a:srgbClr val="272822"/>
                </a:highlight>
                <a:latin typeface="Courier New"/>
                <a:ea typeface="Courier New"/>
                <a:cs typeface="Courier New"/>
                <a:sym typeface="Courier New"/>
              </a:rPr>
              <a:t>   &lt;</a:t>
            </a:r>
            <a:r>
              <a:rPr b="0" i="0" lang="en" sz="2000" u="none" cap="none" strike="noStrike">
                <a:solidFill>
                  <a:srgbClr val="F92672"/>
                </a:solidFill>
                <a:highlight>
                  <a:srgbClr val="272822"/>
                </a:highlight>
                <a:latin typeface="Courier New"/>
                <a:ea typeface="Courier New"/>
                <a:cs typeface="Courier New"/>
                <a:sym typeface="Courier New"/>
              </a:rPr>
              <a:t>li</a:t>
            </a:r>
            <a:r>
              <a:rPr b="0" i="0" lang="en" sz="2000" u="none" cap="none" strike="noStrike">
                <a:solidFill>
                  <a:srgbClr val="F8F8F2"/>
                </a:solidFill>
                <a:highlight>
                  <a:srgbClr val="272822"/>
                </a:highlight>
                <a:latin typeface="Courier New"/>
                <a:ea typeface="Courier New"/>
                <a:cs typeface="Courier New"/>
                <a:sym typeface="Courier New"/>
              </a:rPr>
              <a:t>&gt;Milk&lt;/</a:t>
            </a:r>
            <a:r>
              <a:rPr b="0" i="0" lang="en" sz="2000" u="none" cap="none" strike="noStrike">
                <a:solidFill>
                  <a:srgbClr val="F92672"/>
                </a:solidFill>
                <a:highlight>
                  <a:srgbClr val="272822"/>
                </a:highlight>
                <a:latin typeface="Courier New"/>
                <a:ea typeface="Courier New"/>
                <a:cs typeface="Courier New"/>
                <a:sym typeface="Courier New"/>
              </a:rPr>
              <a:t>li</a:t>
            </a:r>
            <a:r>
              <a:rPr b="0" i="0" lang="en" sz="2000" u="none" cap="none" strike="noStrike">
                <a:solidFill>
                  <a:srgbClr val="F8F8F2"/>
                </a:solidFill>
                <a:highlight>
                  <a:srgbClr val="272822"/>
                </a:highlight>
                <a:latin typeface="Courier New"/>
                <a:ea typeface="Courier New"/>
                <a:cs typeface="Courier New"/>
                <a:sym typeface="Courier New"/>
              </a:rPr>
              <a:t>&gt;</a:t>
            </a:r>
            <a:endParaRPr b="0" i="0" sz="2000" u="none" cap="none" strike="noStrike">
              <a:solidFill>
                <a:srgbClr val="F8F8F2"/>
              </a:solidFill>
              <a:highlight>
                <a:srgbClr val="272822"/>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rgbClr val="F8F8F2"/>
                </a:solidFill>
                <a:highlight>
                  <a:srgbClr val="272822"/>
                </a:highlight>
                <a:latin typeface="Courier New"/>
                <a:ea typeface="Courier New"/>
                <a:cs typeface="Courier New"/>
                <a:sym typeface="Courier New"/>
              </a:rPr>
              <a:t>&lt;/</a:t>
            </a:r>
            <a:r>
              <a:rPr b="0" i="0" lang="en" sz="2000" u="none" cap="none" strike="noStrike">
                <a:solidFill>
                  <a:srgbClr val="F92672"/>
                </a:solidFill>
                <a:highlight>
                  <a:srgbClr val="272822"/>
                </a:highlight>
                <a:latin typeface="Courier New"/>
                <a:ea typeface="Courier New"/>
                <a:cs typeface="Courier New"/>
                <a:sym typeface="Courier New"/>
              </a:rPr>
              <a:t>ol</a:t>
            </a:r>
            <a:r>
              <a:rPr b="0" i="0" lang="en" sz="2000" u="none" cap="none" strike="noStrike">
                <a:solidFill>
                  <a:srgbClr val="F8F8F2"/>
                </a:solidFill>
                <a:highlight>
                  <a:srgbClr val="272822"/>
                </a:highlight>
                <a:latin typeface="Courier New"/>
                <a:ea typeface="Courier New"/>
                <a:cs typeface="Courier New"/>
                <a:sym typeface="Courier New"/>
              </a:rPr>
              <a:t>&gt;</a:t>
            </a:r>
            <a:endParaRPr b="0" i="0" sz="2000" u="none" cap="none" strike="noStrike">
              <a:solidFill>
                <a:srgbClr val="000000"/>
              </a:solidFill>
              <a:latin typeface="Proxima Nova"/>
              <a:ea typeface="Proxima Nova"/>
              <a:cs typeface="Proxima Nova"/>
              <a:sym typeface="Proxima Nova"/>
            </a:endParaRPr>
          </a:p>
        </p:txBody>
      </p:sp>
      <p:pic>
        <p:nvPicPr>
          <p:cNvPr id="441" name="Google Shape;441;p59"/>
          <p:cNvPicPr preferRelativeResize="0"/>
          <p:nvPr/>
        </p:nvPicPr>
        <p:blipFill rotWithShape="1">
          <a:blip r:embed="rId3">
            <a:alphaModFix/>
          </a:blip>
          <a:srcRect b="0" l="0" r="0" t="75557"/>
          <a:stretch/>
        </p:blipFill>
        <p:spPr>
          <a:xfrm>
            <a:off x="6029875" y="1247924"/>
            <a:ext cx="2602825" cy="1008450"/>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60"/>
          <p:cNvSpPr txBox="1"/>
          <p:nvPr>
            <p:ph type="title"/>
          </p:nvPr>
        </p:nvSpPr>
        <p:spPr>
          <a:xfrm>
            <a:off x="311700" y="64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Hyperlink (Anchor)</a:t>
            </a:r>
            <a:endParaRPr/>
          </a:p>
        </p:txBody>
      </p:sp>
      <p:sp>
        <p:nvSpPr>
          <p:cNvPr id="447" name="Google Shape;447;p60"/>
          <p:cNvSpPr txBox="1"/>
          <p:nvPr>
            <p:ph idx="1" type="body"/>
          </p:nvPr>
        </p:nvSpPr>
        <p:spPr>
          <a:xfrm>
            <a:off x="311700" y="636725"/>
            <a:ext cx="8520600" cy="42360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Use </a:t>
            </a:r>
            <a:r>
              <a:rPr lang="en">
                <a:latin typeface="Source Code Pro"/>
                <a:ea typeface="Source Code Pro"/>
                <a:cs typeface="Source Code Pro"/>
                <a:sym typeface="Source Code Pro"/>
              </a:rPr>
              <a:t>&lt;a&gt;&lt;/a&gt;</a:t>
            </a:r>
            <a:r>
              <a:rPr lang="en"/>
              <a:t> to provide link to other pages</a:t>
            </a:r>
            <a:endParaRPr/>
          </a:p>
          <a:p>
            <a:pPr indent="-342900" lvl="0" marL="457200" rtl="0" algn="l">
              <a:lnSpc>
                <a:spcPct val="115000"/>
              </a:lnSpc>
              <a:spcBef>
                <a:spcPts val="0"/>
              </a:spcBef>
              <a:spcAft>
                <a:spcPts val="0"/>
              </a:spcAft>
              <a:buSzPts val="1800"/>
              <a:buChar char="-"/>
            </a:pPr>
            <a:r>
              <a:rPr lang="en"/>
              <a:t>Attributes:</a:t>
            </a:r>
            <a:endParaRPr/>
          </a:p>
          <a:p>
            <a:pPr indent="-317500" lvl="1" marL="914400" rtl="0" algn="l">
              <a:lnSpc>
                <a:spcPct val="115000"/>
              </a:lnSpc>
              <a:spcBef>
                <a:spcPts val="0"/>
              </a:spcBef>
              <a:spcAft>
                <a:spcPts val="0"/>
              </a:spcAft>
              <a:buSzPts val="1400"/>
              <a:buChar char="-"/>
            </a:pPr>
            <a:r>
              <a:rPr lang="en"/>
              <a:t>href : determine the location of link / file (yes it is possible)</a:t>
            </a:r>
            <a:endParaRPr/>
          </a:p>
          <a:p>
            <a:pPr indent="-317500" lvl="1" marL="914400" rtl="0" algn="l">
              <a:lnSpc>
                <a:spcPct val="115000"/>
              </a:lnSpc>
              <a:spcBef>
                <a:spcPts val="0"/>
              </a:spcBef>
              <a:spcAft>
                <a:spcPts val="0"/>
              </a:spcAft>
              <a:buSzPts val="1400"/>
              <a:buChar char="-"/>
            </a:pPr>
            <a:r>
              <a:rPr lang="en"/>
              <a:t>target : determine where to open the link</a:t>
            </a:r>
            <a:endParaRPr/>
          </a:p>
          <a:p>
            <a:pPr indent="-342900" lvl="0" marL="457200" rtl="0" algn="l">
              <a:lnSpc>
                <a:spcPct val="115000"/>
              </a:lnSpc>
              <a:spcBef>
                <a:spcPts val="0"/>
              </a:spcBef>
              <a:spcAft>
                <a:spcPts val="0"/>
              </a:spcAft>
              <a:buSzPts val="1800"/>
              <a:buChar char="-"/>
            </a:pPr>
            <a:r>
              <a:rPr lang="en"/>
              <a:t>Link color will change depending on the conditions:</a:t>
            </a:r>
            <a:endParaRPr/>
          </a:p>
          <a:p>
            <a:pPr indent="-317500" lvl="1" marL="914400" rtl="0" algn="l">
              <a:lnSpc>
                <a:spcPct val="115000"/>
              </a:lnSpc>
              <a:spcBef>
                <a:spcPts val="0"/>
              </a:spcBef>
              <a:spcAft>
                <a:spcPts val="0"/>
              </a:spcAft>
              <a:buSzPts val="1400"/>
              <a:buChar char="-"/>
            </a:pPr>
            <a:r>
              <a:rPr lang="en"/>
              <a:t>Blue: unopened</a:t>
            </a:r>
            <a:endParaRPr/>
          </a:p>
          <a:p>
            <a:pPr indent="-317500" lvl="1" marL="914400" rtl="0" algn="l">
              <a:lnSpc>
                <a:spcPct val="115000"/>
              </a:lnSpc>
              <a:spcBef>
                <a:spcPts val="0"/>
              </a:spcBef>
              <a:spcAft>
                <a:spcPts val="0"/>
              </a:spcAft>
              <a:buSzPts val="1400"/>
              <a:buChar char="-"/>
            </a:pPr>
            <a:r>
              <a:rPr lang="en"/>
              <a:t>Purple: visited</a:t>
            </a:r>
            <a:endParaRPr/>
          </a:p>
          <a:p>
            <a:pPr indent="-317500" lvl="1" marL="914400" rtl="0" algn="l">
              <a:lnSpc>
                <a:spcPct val="115000"/>
              </a:lnSpc>
              <a:spcBef>
                <a:spcPts val="0"/>
              </a:spcBef>
              <a:spcAft>
                <a:spcPts val="0"/>
              </a:spcAft>
              <a:buSzPts val="1400"/>
              <a:buChar char="-"/>
            </a:pPr>
            <a:r>
              <a:rPr lang="en"/>
              <a:t>Red: active link</a:t>
            </a:r>
            <a:endParaRPr/>
          </a:p>
        </p:txBody>
      </p:sp>
      <p:sp>
        <p:nvSpPr>
          <p:cNvPr id="448" name="Google Shape;448;p60"/>
          <p:cNvSpPr txBox="1"/>
          <p:nvPr/>
        </p:nvSpPr>
        <p:spPr>
          <a:xfrm>
            <a:off x="423900" y="3121575"/>
            <a:ext cx="8296200" cy="446400"/>
          </a:xfrm>
          <a:prstGeom prst="rect">
            <a:avLst/>
          </a:prstGeom>
          <a:solidFill>
            <a:srgbClr val="202729"/>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0" i="0" lang="en" sz="1700" u="none" cap="none" strike="noStrike">
                <a:solidFill>
                  <a:srgbClr val="F8F8F2"/>
                </a:solidFill>
                <a:highlight>
                  <a:srgbClr val="272822"/>
                </a:highlight>
                <a:latin typeface="Courier New"/>
                <a:ea typeface="Courier New"/>
                <a:cs typeface="Courier New"/>
                <a:sym typeface="Courier New"/>
              </a:rPr>
              <a:t>&lt;</a:t>
            </a:r>
            <a:r>
              <a:rPr b="0" i="0" lang="en" sz="1700" u="none" cap="none" strike="noStrike">
                <a:solidFill>
                  <a:srgbClr val="F92672"/>
                </a:solidFill>
                <a:highlight>
                  <a:srgbClr val="272822"/>
                </a:highlight>
                <a:latin typeface="Courier New"/>
                <a:ea typeface="Courier New"/>
                <a:cs typeface="Courier New"/>
                <a:sym typeface="Courier New"/>
              </a:rPr>
              <a:t>a</a:t>
            </a:r>
            <a:r>
              <a:rPr b="0" i="0" lang="en" sz="1700" u="none" cap="none" strike="noStrike">
                <a:solidFill>
                  <a:srgbClr val="F8F8F2"/>
                </a:solidFill>
                <a:highlight>
                  <a:srgbClr val="272822"/>
                </a:highlight>
                <a:latin typeface="Courier New"/>
                <a:ea typeface="Courier New"/>
                <a:cs typeface="Courier New"/>
                <a:sym typeface="Courier New"/>
              </a:rPr>
              <a:t> </a:t>
            </a:r>
            <a:r>
              <a:rPr b="0" i="0" lang="en" sz="1700" u="none" cap="none" strike="noStrike">
                <a:solidFill>
                  <a:srgbClr val="A6E22E"/>
                </a:solidFill>
                <a:highlight>
                  <a:srgbClr val="272822"/>
                </a:highlight>
                <a:latin typeface="Courier New"/>
                <a:ea typeface="Courier New"/>
                <a:cs typeface="Courier New"/>
                <a:sym typeface="Courier New"/>
              </a:rPr>
              <a:t>href</a:t>
            </a:r>
            <a:r>
              <a:rPr b="0" i="0" lang="en" sz="1700" u="none" cap="none" strike="noStrike">
                <a:solidFill>
                  <a:srgbClr val="F8F8F2"/>
                </a:solidFill>
                <a:highlight>
                  <a:srgbClr val="272822"/>
                </a:highlight>
                <a:latin typeface="Courier New"/>
                <a:ea typeface="Courier New"/>
                <a:cs typeface="Courier New"/>
                <a:sym typeface="Courier New"/>
              </a:rPr>
              <a:t>=</a:t>
            </a:r>
            <a:r>
              <a:rPr b="0" i="0" lang="en" sz="1700" u="none" cap="none" strike="noStrike">
                <a:solidFill>
                  <a:srgbClr val="E6DB74"/>
                </a:solidFill>
                <a:highlight>
                  <a:srgbClr val="272822"/>
                </a:highlight>
                <a:latin typeface="Courier New"/>
                <a:ea typeface="Courier New"/>
                <a:cs typeface="Courier New"/>
                <a:sym typeface="Courier New"/>
              </a:rPr>
              <a:t>"https://puis.president.ac.id"</a:t>
            </a:r>
            <a:r>
              <a:rPr b="0" i="0" lang="en" sz="1700" u="none" cap="none" strike="noStrike">
                <a:solidFill>
                  <a:srgbClr val="F8F8F2"/>
                </a:solidFill>
                <a:highlight>
                  <a:srgbClr val="272822"/>
                </a:highlight>
                <a:latin typeface="Courier New"/>
                <a:ea typeface="Courier New"/>
                <a:cs typeface="Courier New"/>
                <a:sym typeface="Courier New"/>
              </a:rPr>
              <a:t>&gt;PUIS&lt;/</a:t>
            </a:r>
            <a:r>
              <a:rPr b="0" i="0" lang="en" sz="1700" u="none" cap="none" strike="noStrike">
                <a:solidFill>
                  <a:srgbClr val="F92672"/>
                </a:solidFill>
                <a:highlight>
                  <a:srgbClr val="272822"/>
                </a:highlight>
                <a:latin typeface="Courier New"/>
                <a:ea typeface="Courier New"/>
                <a:cs typeface="Courier New"/>
                <a:sym typeface="Courier New"/>
              </a:rPr>
              <a:t>a</a:t>
            </a:r>
            <a:r>
              <a:rPr b="0" i="0" lang="en" sz="1700" u="none" cap="none" strike="noStrike">
                <a:solidFill>
                  <a:srgbClr val="F8F8F2"/>
                </a:solidFill>
                <a:highlight>
                  <a:srgbClr val="272822"/>
                </a:highlight>
                <a:latin typeface="Courier New"/>
                <a:ea typeface="Courier New"/>
                <a:cs typeface="Courier New"/>
                <a:sym typeface="Courier New"/>
              </a:rPr>
              <a:t>&gt;</a:t>
            </a:r>
            <a:endParaRPr b="0" i="0" sz="2200" u="none" cap="none" strike="noStrike">
              <a:solidFill>
                <a:srgbClr val="000000"/>
              </a:solidFill>
              <a:latin typeface="Proxima Nova"/>
              <a:ea typeface="Proxima Nova"/>
              <a:cs typeface="Proxima Nova"/>
              <a:sym typeface="Proxima Nova"/>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61"/>
          <p:cNvSpPr txBox="1"/>
          <p:nvPr>
            <p:ph type="title"/>
          </p:nvPr>
        </p:nvSpPr>
        <p:spPr>
          <a:xfrm>
            <a:off x="311700" y="64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Hyperlink Targets</a:t>
            </a:r>
            <a:endParaRPr/>
          </a:p>
        </p:txBody>
      </p:sp>
      <p:sp>
        <p:nvSpPr>
          <p:cNvPr id="454" name="Google Shape;454;p61"/>
          <p:cNvSpPr txBox="1"/>
          <p:nvPr>
            <p:ph idx="1" type="body"/>
          </p:nvPr>
        </p:nvSpPr>
        <p:spPr>
          <a:xfrm>
            <a:off x="311700" y="732900"/>
            <a:ext cx="8520600" cy="3836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a:solidFill>
                  <a:srgbClr val="0000CD"/>
                </a:solidFill>
                <a:latin typeface="Source Code Pro"/>
                <a:ea typeface="Source Code Pro"/>
                <a:cs typeface="Source Code Pro"/>
                <a:sym typeface="Source Code Pro"/>
              </a:rPr>
              <a:t>_self</a:t>
            </a:r>
            <a:r>
              <a:rPr lang="en"/>
              <a:t>: open in same window (default)</a:t>
            </a:r>
            <a:endParaRPr>
              <a:solidFill>
                <a:srgbClr val="0000CD"/>
              </a:solidFill>
              <a:latin typeface="Source Code Pro"/>
              <a:ea typeface="Source Code Pro"/>
              <a:cs typeface="Source Code Pro"/>
              <a:sym typeface="Source Code Pro"/>
            </a:endParaRPr>
          </a:p>
          <a:p>
            <a:pPr indent="0" lvl="0" marL="0" rtl="0" algn="l">
              <a:lnSpc>
                <a:spcPct val="115000"/>
              </a:lnSpc>
              <a:spcBef>
                <a:spcPts val="1200"/>
              </a:spcBef>
              <a:spcAft>
                <a:spcPts val="0"/>
              </a:spcAft>
              <a:buSzPts val="1800"/>
              <a:buNone/>
            </a:pPr>
            <a:r>
              <a:rPr lang="en">
                <a:solidFill>
                  <a:srgbClr val="0000CD"/>
                </a:solidFill>
                <a:latin typeface="Source Code Pro"/>
                <a:ea typeface="Source Code Pro"/>
                <a:cs typeface="Source Code Pro"/>
                <a:sym typeface="Source Code Pro"/>
              </a:rPr>
              <a:t>_blank</a:t>
            </a:r>
            <a:r>
              <a:rPr lang="en"/>
              <a:t>: open in new window or tab</a:t>
            </a:r>
            <a:endParaRPr/>
          </a:p>
          <a:p>
            <a:pPr indent="0" lvl="0" marL="0" rtl="0" algn="just">
              <a:lnSpc>
                <a:spcPct val="115000"/>
              </a:lnSpc>
              <a:spcBef>
                <a:spcPts val="1200"/>
              </a:spcBef>
              <a:spcAft>
                <a:spcPts val="0"/>
              </a:spcAft>
              <a:buSzPts val="1800"/>
              <a:buNone/>
            </a:pPr>
            <a:r>
              <a:rPr lang="en">
                <a:solidFill>
                  <a:srgbClr val="0000CD"/>
                </a:solidFill>
                <a:latin typeface="Source Code Pro"/>
                <a:ea typeface="Source Code Pro"/>
                <a:cs typeface="Source Code Pro"/>
                <a:sym typeface="Source Code Pro"/>
              </a:rPr>
              <a:t>_parent</a:t>
            </a:r>
            <a:r>
              <a:rPr lang="en"/>
              <a:t>: open in parent frame (using iframe)</a:t>
            </a:r>
            <a:endParaRPr/>
          </a:p>
          <a:p>
            <a:pPr indent="0" lvl="0" marL="0" rtl="0" algn="just">
              <a:lnSpc>
                <a:spcPct val="115000"/>
              </a:lnSpc>
              <a:spcBef>
                <a:spcPts val="1200"/>
              </a:spcBef>
              <a:spcAft>
                <a:spcPts val="1200"/>
              </a:spcAft>
              <a:buSzPts val="1800"/>
              <a:buNone/>
            </a:pPr>
            <a:r>
              <a:rPr lang="en">
                <a:solidFill>
                  <a:srgbClr val="0000CD"/>
                </a:solidFill>
                <a:latin typeface="Source Code Pro"/>
                <a:ea typeface="Source Code Pro"/>
                <a:cs typeface="Source Code Pro"/>
                <a:sym typeface="Source Code Pro"/>
              </a:rPr>
              <a:t>_top</a:t>
            </a:r>
            <a:r>
              <a:rPr lang="en"/>
              <a:t>: open in full body of window</a:t>
            </a:r>
            <a:endParaRPr/>
          </a:p>
        </p:txBody>
      </p:sp>
      <p:sp>
        <p:nvSpPr>
          <p:cNvPr id="455" name="Google Shape;455;p61"/>
          <p:cNvSpPr txBox="1"/>
          <p:nvPr/>
        </p:nvSpPr>
        <p:spPr>
          <a:xfrm>
            <a:off x="244650" y="2725400"/>
            <a:ext cx="8654700" cy="708000"/>
          </a:xfrm>
          <a:prstGeom prst="rect">
            <a:avLst/>
          </a:prstGeom>
          <a:solidFill>
            <a:srgbClr val="202729"/>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0" i="0" lang="en" sz="1700" u="none" cap="none" strike="noStrike">
                <a:solidFill>
                  <a:srgbClr val="F8F8F2"/>
                </a:solidFill>
                <a:highlight>
                  <a:srgbClr val="272822"/>
                </a:highlight>
                <a:latin typeface="Courier New"/>
                <a:ea typeface="Courier New"/>
                <a:cs typeface="Courier New"/>
                <a:sym typeface="Courier New"/>
              </a:rPr>
              <a:t>&lt;</a:t>
            </a:r>
            <a:r>
              <a:rPr b="0" i="0" lang="en" sz="1700" u="none" cap="none" strike="noStrike">
                <a:solidFill>
                  <a:srgbClr val="F92672"/>
                </a:solidFill>
                <a:highlight>
                  <a:srgbClr val="272822"/>
                </a:highlight>
                <a:latin typeface="Courier New"/>
                <a:ea typeface="Courier New"/>
                <a:cs typeface="Courier New"/>
                <a:sym typeface="Courier New"/>
              </a:rPr>
              <a:t>a</a:t>
            </a:r>
            <a:r>
              <a:rPr b="0" i="0" lang="en" sz="1700" u="none" cap="none" strike="noStrike">
                <a:solidFill>
                  <a:srgbClr val="F8F8F2"/>
                </a:solidFill>
                <a:highlight>
                  <a:srgbClr val="272822"/>
                </a:highlight>
                <a:latin typeface="Courier New"/>
                <a:ea typeface="Courier New"/>
                <a:cs typeface="Courier New"/>
                <a:sym typeface="Courier New"/>
              </a:rPr>
              <a:t> </a:t>
            </a:r>
            <a:r>
              <a:rPr b="0" i="0" lang="en" sz="1700" u="none" cap="none" strike="noStrike">
                <a:solidFill>
                  <a:srgbClr val="A6E22E"/>
                </a:solidFill>
                <a:highlight>
                  <a:srgbClr val="272822"/>
                </a:highlight>
                <a:latin typeface="Courier New"/>
                <a:ea typeface="Courier New"/>
                <a:cs typeface="Courier New"/>
                <a:sym typeface="Courier New"/>
              </a:rPr>
              <a:t>href</a:t>
            </a:r>
            <a:r>
              <a:rPr b="0" i="0" lang="en" sz="1700" u="none" cap="none" strike="noStrike">
                <a:solidFill>
                  <a:srgbClr val="F8F8F2"/>
                </a:solidFill>
                <a:highlight>
                  <a:srgbClr val="272822"/>
                </a:highlight>
                <a:latin typeface="Courier New"/>
                <a:ea typeface="Courier New"/>
                <a:cs typeface="Courier New"/>
                <a:sym typeface="Courier New"/>
              </a:rPr>
              <a:t>=</a:t>
            </a:r>
            <a:r>
              <a:rPr b="0" i="0" lang="en" sz="1700" u="none" cap="none" strike="noStrike">
                <a:solidFill>
                  <a:srgbClr val="E6DB74"/>
                </a:solidFill>
                <a:highlight>
                  <a:srgbClr val="272822"/>
                </a:highlight>
                <a:latin typeface="Courier New"/>
                <a:ea typeface="Courier New"/>
                <a:cs typeface="Courier New"/>
                <a:sym typeface="Courier New"/>
              </a:rPr>
              <a:t>"https://puis.president.ac.id" </a:t>
            </a:r>
            <a:r>
              <a:rPr b="0" i="0" lang="en" sz="1700" u="none" cap="none" strike="noStrike">
                <a:solidFill>
                  <a:srgbClr val="A6E22E"/>
                </a:solidFill>
                <a:highlight>
                  <a:srgbClr val="272822"/>
                </a:highlight>
                <a:latin typeface="Courier New"/>
                <a:ea typeface="Courier New"/>
                <a:cs typeface="Courier New"/>
                <a:sym typeface="Courier New"/>
              </a:rPr>
              <a:t>target</a:t>
            </a:r>
            <a:r>
              <a:rPr b="0" i="0" lang="en" sz="1700" u="none" cap="none" strike="noStrike">
                <a:solidFill>
                  <a:srgbClr val="F8F8F2"/>
                </a:solidFill>
                <a:highlight>
                  <a:srgbClr val="272822"/>
                </a:highlight>
                <a:latin typeface="Courier New"/>
                <a:ea typeface="Courier New"/>
                <a:cs typeface="Courier New"/>
                <a:sym typeface="Courier New"/>
              </a:rPr>
              <a:t>=</a:t>
            </a:r>
            <a:r>
              <a:rPr b="0" i="0" lang="en" sz="1700" u="none" cap="none" strike="noStrike">
                <a:solidFill>
                  <a:srgbClr val="E6DB74"/>
                </a:solidFill>
                <a:highlight>
                  <a:srgbClr val="272822"/>
                </a:highlight>
                <a:latin typeface="Courier New"/>
                <a:ea typeface="Courier New"/>
                <a:cs typeface="Courier New"/>
                <a:sym typeface="Courier New"/>
              </a:rPr>
              <a:t>"_blank"</a:t>
            </a:r>
            <a:r>
              <a:rPr b="0" i="0" lang="en" sz="1700" u="none" cap="none" strike="noStrike">
                <a:solidFill>
                  <a:srgbClr val="F8F8F2"/>
                </a:solidFill>
                <a:highlight>
                  <a:srgbClr val="272822"/>
                </a:highlight>
                <a:latin typeface="Courier New"/>
                <a:ea typeface="Courier New"/>
                <a:cs typeface="Courier New"/>
                <a:sym typeface="Courier New"/>
              </a:rPr>
              <a:t>&gt;PUIS&lt;/</a:t>
            </a:r>
            <a:r>
              <a:rPr b="0" i="0" lang="en" sz="1700" u="none" cap="none" strike="noStrike">
                <a:solidFill>
                  <a:srgbClr val="F92672"/>
                </a:solidFill>
                <a:highlight>
                  <a:srgbClr val="272822"/>
                </a:highlight>
                <a:latin typeface="Courier New"/>
                <a:ea typeface="Courier New"/>
                <a:cs typeface="Courier New"/>
                <a:sym typeface="Courier New"/>
              </a:rPr>
              <a:t>a</a:t>
            </a:r>
            <a:r>
              <a:rPr b="0" i="0" lang="en" sz="1700" u="none" cap="none" strike="noStrike">
                <a:solidFill>
                  <a:srgbClr val="F8F8F2"/>
                </a:solidFill>
                <a:highlight>
                  <a:srgbClr val="272822"/>
                </a:highlight>
                <a:latin typeface="Courier New"/>
                <a:ea typeface="Courier New"/>
                <a:cs typeface="Courier New"/>
                <a:sym typeface="Courier New"/>
              </a:rPr>
              <a:t>&gt;</a:t>
            </a:r>
            <a:endParaRPr b="0" i="0" sz="1700" u="none" cap="none" strike="noStrike">
              <a:solidFill>
                <a:srgbClr val="F8F8F2"/>
              </a:solidFill>
              <a:highlight>
                <a:srgbClr val="272822"/>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700"/>
              <a:buFont typeface="Arial"/>
              <a:buNone/>
            </a:pPr>
            <a:r>
              <a:rPr b="0" i="0" lang="en" sz="1700" u="none" cap="none" strike="noStrike">
                <a:solidFill>
                  <a:srgbClr val="F8F8F2"/>
                </a:solidFill>
                <a:highlight>
                  <a:srgbClr val="272822"/>
                </a:highlight>
                <a:latin typeface="Courier New"/>
                <a:ea typeface="Courier New"/>
                <a:cs typeface="Courier New"/>
                <a:sym typeface="Courier New"/>
              </a:rPr>
              <a:t>&lt;</a:t>
            </a:r>
            <a:r>
              <a:rPr b="0" i="0" lang="en" sz="1700" u="none" cap="none" strike="noStrike">
                <a:solidFill>
                  <a:srgbClr val="F92672"/>
                </a:solidFill>
                <a:highlight>
                  <a:srgbClr val="272822"/>
                </a:highlight>
                <a:latin typeface="Courier New"/>
                <a:ea typeface="Courier New"/>
                <a:cs typeface="Courier New"/>
                <a:sym typeface="Courier New"/>
              </a:rPr>
              <a:t>a</a:t>
            </a:r>
            <a:r>
              <a:rPr b="0" i="0" lang="en" sz="1700" u="none" cap="none" strike="noStrike">
                <a:solidFill>
                  <a:srgbClr val="F8F8F2"/>
                </a:solidFill>
                <a:highlight>
                  <a:srgbClr val="272822"/>
                </a:highlight>
                <a:latin typeface="Courier New"/>
                <a:ea typeface="Courier New"/>
                <a:cs typeface="Courier New"/>
                <a:sym typeface="Courier New"/>
              </a:rPr>
              <a:t> </a:t>
            </a:r>
            <a:r>
              <a:rPr b="0" i="0" lang="en" sz="1700" u="none" cap="none" strike="noStrike">
                <a:solidFill>
                  <a:srgbClr val="A6E22E"/>
                </a:solidFill>
                <a:highlight>
                  <a:srgbClr val="272822"/>
                </a:highlight>
                <a:latin typeface="Courier New"/>
                <a:ea typeface="Courier New"/>
                <a:cs typeface="Courier New"/>
                <a:sym typeface="Courier New"/>
              </a:rPr>
              <a:t>href</a:t>
            </a:r>
            <a:r>
              <a:rPr b="0" i="0" lang="en" sz="1700" u="none" cap="none" strike="noStrike">
                <a:solidFill>
                  <a:srgbClr val="F8F8F2"/>
                </a:solidFill>
                <a:highlight>
                  <a:srgbClr val="272822"/>
                </a:highlight>
                <a:latin typeface="Courier New"/>
                <a:ea typeface="Courier New"/>
                <a:cs typeface="Courier New"/>
                <a:sym typeface="Courier New"/>
              </a:rPr>
              <a:t>=</a:t>
            </a:r>
            <a:r>
              <a:rPr b="0" i="0" lang="en" sz="1700" u="none" cap="none" strike="noStrike">
                <a:solidFill>
                  <a:srgbClr val="E6DB74"/>
                </a:solidFill>
                <a:highlight>
                  <a:srgbClr val="272822"/>
                </a:highlight>
                <a:latin typeface="Courier New"/>
                <a:ea typeface="Courier New"/>
                <a:cs typeface="Courier New"/>
                <a:sym typeface="Courier New"/>
              </a:rPr>
              <a:t>"https://puis.president.ac.id" </a:t>
            </a:r>
            <a:r>
              <a:rPr b="0" i="0" lang="en" sz="1700" u="none" cap="none" strike="noStrike">
                <a:solidFill>
                  <a:srgbClr val="A6E22E"/>
                </a:solidFill>
                <a:highlight>
                  <a:srgbClr val="272822"/>
                </a:highlight>
                <a:latin typeface="Courier New"/>
                <a:ea typeface="Courier New"/>
                <a:cs typeface="Courier New"/>
                <a:sym typeface="Courier New"/>
              </a:rPr>
              <a:t>target</a:t>
            </a:r>
            <a:r>
              <a:rPr b="0" i="0" lang="en" sz="1700" u="none" cap="none" strike="noStrike">
                <a:solidFill>
                  <a:srgbClr val="F8F8F2"/>
                </a:solidFill>
                <a:highlight>
                  <a:srgbClr val="272822"/>
                </a:highlight>
                <a:latin typeface="Courier New"/>
                <a:ea typeface="Courier New"/>
                <a:cs typeface="Courier New"/>
                <a:sym typeface="Courier New"/>
              </a:rPr>
              <a:t>=</a:t>
            </a:r>
            <a:r>
              <a:rPr b="0" i="0" lang="en" sz="1700" u="none" cap="none" strike="noStrike">
                <a:solidFill>
                  <a:srgbClr val="E6DB74"/>
                </a:solidFill>
                <a:highlight>
                  <a:srgbClr val="272822"/>
                </a:highlight>
                <a:latin typeface="Courier New"/>
                <a:ea typeface="Courier New"/>
                <a:cs typeface="Courier New"/>
                <a:sym typeface="Courier New"/>
              </a:rPr>
              <a:t>"_top"</a:t>
            </a:r>
            <a:r>
              <a:rPr b="0" i="0" lang="en" sz="1700" u="none" cap="none" strike="noStrike">
                <a:solidFill>
                  <a:srgbClr val="F8F8F2"/>
                </a:solidFill>
                <a:highlight>
                  <a:srgbClr val="272822"/>
                </a:highlight>
                <a:latin typeface="Courier New"/>
                <a:ea typeface="Courier New"/>
                <a:cs typeface="Courier New"/>
                <a:sym typeface="Courier New"/>
              </a:rPr>
              <a:t>&gt;PUIS&lt;/</a:t>
            </a:r>
            <a:r>
              <a:rPr b="0" i="0" lang="en" sz="1700" u="none" cap="none" strike="noStrike">
                <a:solidFill>
                  <a:srgbClr val="F92672"/>
                </a:solidFill>
                <a:highlight>
                  <a:srgbClr val="272822"/>
                </a:highlight>
                <a:latin typeface="Courier New"/>
                <a:ea typeface="Courier New"/>
                <a:cs typeface="Courier New"/>
                <a:sym typeface="Courier New"/>
              </a:rPr>
              <a:t>a</a:t>
            </a:r>
            <a:r>
              <a:rPr b="0" i="0" lang="en" sz="1700" u="none" cap="none" strike="noStrike">
                <a:solidFill>
                  <a:srgbClr val="F8F8F2"/>
                </a:solidFill>
                <a:highlight>
                  <a:srgbClr val="272822"/>
                </a:highlight>
                <a:latin typeface="Courier New"/>
                <a:ea typeface="Courier New"/>
                <a:cs typeface="Courier New"/>
                <a:sym typeface="Courier New"/>
              </a:rPr>
              <a:t>&gt;</a:t>
            </a:r>
            <a:endParaRPr b="0" i="0" sz="1700" u="none" cap="none" strike="noStrike">
              <a:solidFill>
                <a:srgbClr val="F8F8F2"/>
              </a:solidFill>
              <a:highlight>
                <a:srgbClr val="272822"/>
              </a:highlight>
              <a:latin typeface="Courier New"/>
              <a:ea typeface="Courier New"/>
              <a:cs typeface="Courier New"/>
              <a:sym typeface="Courier New"/>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6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Bonus</a:t>
            </a:r>
            <a:endParaRPr/>
          </a:p>
        </p:txBody>
      </p:sp>
      <p:sp>
        <p:nvSpPr>
          <p:cNvPr id="461" name="Google Shape;461;p6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0"/>
              </a:spcBef>
              <a:spcAft>
                <a:spcPts val="0"/>
              </a:spcAft>
              <a:buSzPts val="1800"/>
              <a:buNone/>
            </a:pPr>
            <a:r>
              <a:rPr lang="en">
                <a:latin typeface="Source Code Pro"/>
                <a:ea typeface="Source Code Pro"/>
                <a:cs typeface="Source Code Pro"/>
                <a:sym typeface="Source Code Pro"/>
              </a:rPr>
              <a:t>&lt;meter&gt;</a:t>
            </a:r>
            <a:r>
              <a:rPr lang="en"/>
              <a:t>: to show meter tag such as 2 out of 10</a:t>
            </a:r>
            <a:endParaRPr/>
          </a:p>
          <a:p>
            <a:pPr indent="0" lvl="0" marL="0" rtl="0" algn="just">
              <a:lnSpc>
                <a:spcPct val="115000"/>
              </a:lnSpc>
              <a:spcBef>
                <a:spcPts val="1200"/>
              </a:spcBef>
              <a:spcAft>
                <a:spcPts val="0"/>
              </a:spcAft>
              <a:buSzPts val="1800"/>
              <a:buNone/>
            </a:pPr>
            <a:r>
              <a:rPr lang="en">
                <a:latin typeface="Source Code Pro"/>
                <a:ea typeface="Source Code Pro"/>
                <a:cs typeface="Source Code Pro"/>
                <a:sym typeface="Source Code Pro"/>
              </a:rPr>
              <a:t>&lt;progress&gt;</a:t>
            </a:r>
            <a:r>
              <a:rPr lang="en"/>
              <a:t>: to show progress bar percentage</a:t>
            </a:r>
            <a:endParaRPr/>
          </a:p>
          <a:p>
            <a:pPr indent="0" lvl="0" marL="0" rtl="0" algn="just">
              <a:lnSpc>
                <a:spcPct val="115000"/>
              </a:lnSpc>
              <a:spcBef>
                <a:spcPts val="1200"/>
              </a:spcBef>
              <a:spcAft>
                <a:spcPts val="0"/>
              </a:spcAft>
              <a:buSzPts val="1800"/>
              <a:buNone/>
            </a:pPr>
            <a:r>
              <a:t/>
            </a:r>
            <a:endParaRPr/>
          </a:p>
          <a:p>
            <a:pPr indent="0" lvl="0" marL="0" rtl="0" algn="just">
              <a:lnSpc>
                <a:spcPct val="115000"/>
              </a:lnSpc>
              <a:spcBef>
                <a:spcPts val="1200"/>
              </a:spcBef>
              <a:spcAft>
                <a:spcPts val="0"/>
              </a:spcAft>
              <a:buSzPts val="1800"/>
              <a:buNone/>
            </a:pPr>
            <a:r>
              <a:rPr lang="en"/>
              <a:t>And yes, HTML supports emojis now</a:t>
            </a:r>
            <a:endParaRPr/>
          </a:p>
          <a:p>
            <a:pPr indent="0" lvl="0" marL="0" rtl="0" algn="just">
              <a:lnSpc>
                <a:spcPct val="115000"/>
              </a:lnSpc>
              <a:spcBef>
                <a:spcPts val="1200"/>
              </a:spcBef>
              <a:spcAft>
                <a:spcPts val="0"/>
              </a:spcAft>
              <a:buSzPts val="1800"/>
              <a:buNone/>
            </a:pPr>
            <a:r>
              <a:rPr lang="en" u="sng">
                <a:solidFill>
                  <a:schemeClr val="hlink"/>
                </a:solidFill>
                <a:hlinkClick r:id="rId3"/>
              </a:rPr>
              <a:t>https://www.w3schools.com/charsets/ref_emoji.asp</a:t>
            </a:r>
            <a:endParaRPr/>
          </a:p>
          <a:p>
            <a:pPr indent="0" lvl="0" marL="0" rtl="0" algn="just">
              <a:lnSpc>
                <a:spcPct val="115000"/>
              </a:lnSpc>
              <a:spcBef>
                <a:spcPts val="1200"/>
              </a:spcBef>
              <a:spcAft>
                <a:spcPts val="1200"/>
              </a:spcAft>
              <a:buSzPts val="1800"/>
              <a:buNone/>
            </a:pPr>
            <a:r>
              <a:t/>
            </a:r>
            <a:endParaRPr/>
          </a:p>
        </p:txBody>
      </p:sp>
      <p:pic>
        <p:nvPicPr>
          <p:cNvPr id="462" name="Google Shape;462;p62"/>
          <p:cNvPicPr preferRelativeResize="0"/>
          <p:nvPr/>
        </p:nvPicPr>
        <p:blipFill rotWithShape="1">
          <a:blip r:embed="rId4">
            <a:alphaModFix/>
          </a:blip>
          <a:srcRect b="0" l="0" r="0" t="0"/>
          <a:stretch/>
        </p:blipFill>
        <p:spPr>
          <a:xfrm>
            <a:off x="5363650" y="1152475"/>
            <a:ext cx="2586000" cy="497775"/>
          </a:xfrm>
          <a:prstGeom prst="rect">
            <a:avLst/>
          </a:prstGeom>
          <a:noFill/>
          <a:ln>
            <a:noFill/>
          </a:ln>
        </p:spPr>
      </p:pic>
      <p:pic>
        <p:nvPicPr>
          <p:cNvPr id="463" name="Google Shape;463;p62"/>
          <p:cNvPicPr preferRelativeResize="0"/>
          <p:nvPr/>
        </p:nvPicPr>
        <p:blipFill rotWithShape="1">
          <a:blip r:embed="rId5">
            <a:alphaModFix/>
          </a:blip>
          <a:srcRect b="0" l="0" r="0" t="0"/>
          <a:stretch/>
        </p:blipFill>
        <p:spPr>
          <a:xfrm>
            <a:off x="5249875" y="1692275"/>
            <a:ext cx="3465675" cy="387125"/>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6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References</a:t>
            </a:r>
            <a:endParaRPr/>
          </a:p>
        </p:txBody>
      </p:sp>
      <p:sp>
        <p:nvSpPr>
          <p:cNvPr id="469" name="Google Shape;469;p6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sz="1400" u="sng">
                <a:solidFill>
                  <a:schemeClr val="hlink"/>
                </a:solidFill>
                <a:hlinkClick r:id="rId3"/>
              </a:rPr>
              <a:t>www.w3.org</a:t>
            </a:r>
            <a:endParaRPr sz="1400"/>
          </a:p>
          <a:p>
            <a:pPr indent="0" lvl="0" marL="0" rtl="0" algn="l">
              <a:lnSpc>
                <a:spcPct val="115000"/>
              </a:lnSpc>
              <a:spcBef>
                <a:spcPts val="1200"/>
              </a:spcBef>
              <a:spcAft>
                <a:spcPts val="0"/>
              </a:spcAft>
              <a:buSzPts val="1800"/>
              <a:buNone/>
            </a:pPr>
            <a:r>
              <a:rPr lang="en" sz="1400" u="sng">
                <a:solidFill>
                  <a:schemeClr val="hlink"/>
                </a:solidFill>
                <a:hlinkClick r:id="rId4"/>
              </a:rPr>
              <a:t>https://developer.mozilla.org/en-US/docs/Learn/Getting_started_with_the_web/How_the_Web_works</a:t>
            </a:r>
            <a:endParaRPr sz="1400"/>
          </a:p>
          <a:p>
            <a:pPr indent="0" lvl="0" marL="0" rtl="0" algn="l">
              <a:lnSpc>
                <a:spcPct val="115000"/>
              </a:lnSpc>
              <a:spcBef>
                <a:spcPts val="1200"/>
              </a:spcBef>
              <a:spcAft>
                <a:spcPts val="0"/>
              </a:spcAft>
              <a:buSzPts val="1800"/>
              <a:buNone/>
            </a:pPr>
            <a:r>
              <a:rPr lang="en" sz="1400" u="sng">
                <a:solidFill>
                  <a:schemeClr val="hlink"/>
                </a:solidFill>
                <a:hlinkClick r:id="rId5"/>
              </a:rPr>
              <a:t>https://www.techtarget.com/whatis/definition/HTTP-Hypertext-Transfer-Protocol</a:t>
            </a:r>
            <a:endParaRPr sz="1400"/>
          </a:p>
          <a:p>
            <a:pPr indent="0" lvl="0" marL="0" rtl="0" algn="l">
              <a:lnSpc>
                <a:spcPct val="115000"/>
              </a:lnSpc>
              <a:spcBef>
                <a:spcPts val="1200"/>
              </a:spcBef>
              <a:spcAft>
                <a:spcPts val="0"/>
              </a:spcAft>
              <a:buSzPts val="1800"/>
              <a:buNone/>
            </a:pPr>
            <a:r>
              <a:rPr lang="en" sz="1400" u="sng">
                <a:solidFill>
                  <a:schemeClr val="hlink"/>
                </a:solidFill>
                <a:hlinkClick r:id="rId6"/>
              </a:rPr>
              <a:t>https://developer.mozilla.org/en-US/docs/Web/HTTP/Overview</a:t>
            </a:r>
            <a:endParaRPr sz="1400"/>
          </a:p>
          <a:p>
            <a:pPr indent="0" lvl="0" marL="0" rtl="0" algn="l">
              <a:lnSpc>
                <a:spcPct val="115000"/>
              </a:lnSpc>
              <a:spcBef>
                <a:spcPts val="1200"/>
              </a:spcBef>
              <a:spcAft>
                <a:spcPts val="0"/>
              </a:spcAft>
              <a:buSzPts val="1800"/>
              <a:buNone/>
            </a:pPr>
            <a:r>
              <a:rPr lang="en" sz="1400" u="sng">
                <a:solidFill>
                  <a:schemeClr val="hlink"/>
                </a:solidFill>
                <a:hlinkClick r:id="rId7"/>
              </a:rPr>
              <a:t>https://code.visualstudio.com/Download</a:t>
            </a:r>
            <a:r>
              <a:rPr lang="en" sz="1400"/>
              <a:t> </a:t>
            </a:r>
            <a:endParaRPr sz="1400"/>
          </a:p>
          <a:p>
            <a:pPr indent="0" lvl="0" marL="0" rtl="0" algn="l">
              <a:lnSpc>
                <a:spcPct val="115000"/>
              </a:lnSpc>
              <a:spcBef>
                <a:spcPts val="1200"/>
              </a:spcBef>
              <a:spcAft>
                <a:spcPts val="0"/>
              </a:spcAft>
              <a:buSzPts val="1800"/>
              <a:buNone/>
            </a:pPr>
            <a:r>
              <a:t/>
            </a:r>
            <a:endParaRPr sz="1400"/>
          </a:p>
          <a:p>
            <a:pPr indent="0" lvl="0" marL="0" rtl="0" algn="l">
              <a:lnSpc>
                <a:spcPct val="115000"/>
              </a:lnSpc>
              <a:spcBef>
                <a:spcPts val="1200"/>
              </a:spcBef>
              <a:spcAft>
                <a:spcPts val="1200"/>
              </a:spcAft>
              <a:buSzPts val="1800"/>
              <a:buNone/>
            </a:pPr>
            <a:r>
              <a:t/>
            </a:r>
            <a:endParaRPr sz="1400"/>
          </a:p>
        </p:txBody>
      </p:sp>
    </p:spTree>
  </p:cSld>
  <p:clrMapOvr>
    <a:masterClrMapping/>
  </p:clrMapOvr>
</p:sld>
</file>

<file path=ppt/theme/theme1.xml><?xml version="1.0" encoding="utf-8"?>
<a:theme xmlns:a="http://schemas.openxmlformats.org/drawingml/2006/main" xmlns:r="http://schemas.openxmlformats.org/officeDocument/2006/relationships"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FF5252"/>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